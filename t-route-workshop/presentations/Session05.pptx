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1111" r:id="rId3"/>
    <p:sldId id="257" r:id="rId4"/>
    <p:sldId id="109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9A754-6432-400C-8E37-76AB62E206D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ADEE0-F497-408D-ACB9-82CC24901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9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DEE0-F497-408D-ACB9-82CC249019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5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implemented simple nudging for DW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E6432-D271-40F5-8EBD-F181484335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8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CFCB-A0AE-1B1A-932C-E17436B63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5A5FA-0703-ED09-5F80-C4C0296E6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A477-9EC3-549A-D917-B035E1E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C760B-1A90-CE5A-D83F-588CC8B5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C9307-9997-4918-E938-BCA552FF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2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8CE8-78B0-EF8D-E637-D38D610C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588F-0D1F-7C39-C67D-B8E134C25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7CE-7348-944D-D5D0-FEC25D8D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0B576-AE2D-ED40-4471-A12A6B5D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5D6C1-6BD8-891C-54F9-647E538C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3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E4FD-507B-BB2B-F66B-E04A94B7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FF08-5812-C1F1-A801-7B4DC55E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73E8-1ED2-B064-E7BF-C110B4BE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A68F-6073-8CAB-86AF-F8FAD215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C0D14-3B00-1201-0757-BBF76B96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5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8190-FD1A-930D-8D99-06B368A4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D1FB-5F0C-D7AF-22E6-B3A8CED33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1B56E-2B35-801E-0696-D101D7C59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B546-6383-4813-7B07-327B6283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9178E-B358-4418-6C5F-1D49A0C1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509C9-3846-6C40-CB8C-DB111FDC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9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BE8A-6546-00EC-D402-F06E1E41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124B6-8F19-9FC7-003E-BE0C3B93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6434F-006E-C408-32DB-A8B4D9371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AF78E-AC25-9005-F6E7-F4990E0A5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E544D-076D-A9C5-83E0-A0A38B065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C3290-D7C5-9D95-B217-2B47061F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C6C1A-6CDD-4AF1-F77B-4573495C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F45CC-1F8E-F5BF-C2F1-49CB5B3B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516A-AAF6-F470-F1DE-C6C136D5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5720D-578F-7524-83D3-F1EED2E9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16D78-A981-2837-9AF7-5CD6D77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04885-F7AF-78C0-951A-C212876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2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66F42-BD22-B27A-E822-DF3EDD34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66236-7B8E-C7E2-07D3-81610983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F51E-1D96-3370-4848-F4EB7813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0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AFE5-4105-B8C5-F84C-A7F16F75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14B2-5BAF-9DD6-F31F-8BF68C2F0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66FA9-3144-6B93-EEFF-FADEA248B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E93E1-56A9-3E5A-A80D-5C2AE534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A094-9183-8996-91F4-92F10732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88ABF-FFA7-9032-1404-73D451B6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0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C70C-0E75-158A-447B-DC3DDFED8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CC263-67B2-DFCD-2586-808DD4F38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952A0-5A90-4EA8-83F4-195DC772F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879AB-07D9-7B48-BDAB-A485F2C3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EE7C3-D762-3B98-05EC-4F28CB0B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5038D-7AEF-6235-D96E-8471BDB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9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47C7-EAE3-5548-A8BA-45963D44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20FD7-79BA-B899-E7A2-C1B1412E8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06E7-80C1-DAD7-8F3A-DE20CC3F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C39D7-405C-49FF-1C1F-6D762F11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2DCC-D5F8-F419-4A23-CE26EE6C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5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DA7C0-7FE0-A6B5-A062-4F0ECB03B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B4F6D-8758-2823-D914-9C228249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DF1DC-99CE-D3E1-E1B8-EFEFDA1C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3DCD6-142C-E40A-F947-84EE2B92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0B6F-18E6-2B15-0B17-1AD4E86F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482F5-78E6-301D-2210-EDB3E985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A837E-255F-2CA1-8FB3-B984EA40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AB13C-96FF-5C3A-822E-91CED11F5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CF464-92D4-D9A6-21C2-8768D8EEB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D8160-3CC7-730A-A96F-62C6E3A8F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0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10" Type="http://schemas.openxmlformats.org/officeDocument/2006/relationships/image" Target="../media/image13.jp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erial view of valley map">
            <a:extLst>
              <a:ext uri="{FF2B5EF4-FFF2-40B4-BE49-F238E27FC236}">
                <a16:creationId xmlns:a16="http://schemas.microsoft.com/office/drawing/2014/main" id="{E49E72DD-0586-3EB4-DC24-1FEC9C539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1316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42DCC3-5F56-7069-53A2-088C86985486}"/>
              </a:ext>
            </a:extLst>
          </p:cNvPr>
          <p:cNvSpPr txBox="1"/>
          <p:nvPr/>
        </p:nvSpPr>
        <p:spPr>
          <a:xfrm>
            <a:off x="0" y="1196980"/>
            <a:ext cx="1218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Session 5: Streamflow Data Assimilation in T-Route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C92744-3B93-C71D-909C-2184BF69E1A7}"/>
              </a:ext>
            </a:extLst>
          </p:cNvPr>
          <p:cNvSpPr txBox="1"/>
          <p:nvPr/>
        </p:nvSpPr>
        <p:spPr>
          <a:xfrm>
            <a:off x="0" y="3912103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Md Saiduzzaman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2B3F03-5778-6558-3E3C-E6C81C45A6E0}"/>
              </a:ext>
            </a:extLst>
          </p:cNvPr>
          <p:cNvSpPr txBox="1"/>
          <p:nvPr/>
        </p:nvSpPr>
        <p:spPr>
          <a:xfrm>
            <a:off x="0" y="5020081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July 15, </a:t>
            </a:r>
            <a:r>
              <a:rPr lang="en-US" sz="4000" b="1" dirty="0">
                <a:solidFill>
                  <a:schemeClr val="bg1"/>
                </a:solidFill>
              </a:rPr>
              <a:t>2026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A0D6B0-C7B3-D714-4523-4282818ED9ED}"/>
              </a:ext>
            </a:extLst>
          </p:cNvPr>
          <p:cNvSpPr txBox="1"/>
          <p:nvPr/>
        </p:nvSpPr>
        <p:spPr>
          <a:xfrm>
            <a:off x="-4571" y="-1672"/>
            <a:ext cx="1218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T-Route </a:t>
            </a:r>
            <a:r>
              <a:rPr lang="en-US" b="1" dirty="0">
                <a:solidFill>
                  <a:schemeClr val="bg1"/>
                </a:solidFill>
              </a:rPr>
              <a:t>Workshop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2" name="image2.png">
            <a:extLst>
              <a:ext uri="{FF2B5EF4-FFF2-40B4-BE49-F238E27FC236}">
                <a16:creationId xmlns:a16="http://schemas.microsoft.com/office/drawing/2014/main" id="{41E75F24-214A-606A-BFAB-3F2A1CCB4E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06999" y="5805007"/>
            <a:ext cx="914400" cy="914400"/>
          </a:xfrm>
          <a:prstGeom prst="rect">
            <a:avLst/>
          </a:prstGeom>
          <a:ln/>
        </p:spPr>
      </p:pic>
      <p:pic>
        <p:nvPicPr>
          <p:cNvPr id="43" name="image1.png">
            <a:extLst>
              <a:ext uri="{FF2B5EF4-FFF2-40B4-BE49-F238E27FC236}">
                <a16:creationId xmlns:a16="http://schemas.microsoft.com/office/drawing/2014/main" id="{C637E70E-3A92-7C62-A218-751DE77952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02200" y="5805007"/>
            <a:ext cx="914400" cy="914400"/>
          </a:xfrm>
          <a:prstGeom prst="rect">
            <a:avLst/>
          </a:prstGeom>
          <a:ln/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28359388-FC06-5C9A-8FA1-808D3FE3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9" y="5805007"/>
            <a:ext cx="112289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85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Down 9">
            <a:extLst>
              <a:ext uri="{FF2B5EF4-FFF2-40B4-BE49-F238E27FC236}">
                <a16:creationId xmlns:a16="http://schemas.microsoft.com/office/drawing/2014/main" id="{3D902473-12D0-6480-05F2-A026927974DD}"/>
              </a:ext>
            </a:extLst>
          </p:cNvPr>
          <p:cNvSpPr/>
          <p:nvPr/>
        </p:nvSpPr>
        <p:spPr>
          <a:xfrm>
            <a:off x="9442326" y="989844"/>
            <a:ext cx="677390" cy="51857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336D1E-99C2-136E-8CD1-423698490B2F}"/>
              </a:ext>
            </a:extLst>
          </p:cNvPr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DA Simulation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2597CD-F5A1-A0DB-D124-269BD49DE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60" y="2174238"/>
            <a:ext cx="2002629" cy="229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AB4AC39-F858-3054-1B69-477FEA5824F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0584" t="6528" r="5911" b="1250"/>
          <a:stretch>
            <a:fillRect/>
          </a:stretch>
        </p:blipFill>
        <p:spPr>
          <a:xfrm>
            <a:off x="568032" y="1757985"/>
            <a:ext cx="1043888" cy="1048625"/>
          </a:xfrm>
          <a:prstGeom prst="rect">
            <a:avLst/>
          </a:prstGeom>
        </p:spPr>
      </p:pic>
      <p:pic>
        <p:nvPicPr>
          <p:cNvPr id="34" name="Picture 33" descr="A diagram of a process&#10;&#10;AI-generated content may be incorrect.">
            <a:extLst>
              <a:ext uri="{FF2B5EF4-FFF2-40B4-BE49-F238E27FC236}">
                <a16:creationId xmlns:a16="http://schemas.microsoft.com/office/drawing/2014/main" id="{4425051E-8648-E172-5AFC-E410DFB6F6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90" t="10173" r="4954" b="2187"/>
          <a:stretch>
            <a:fillRect/>
          </a:stretch>
        </p:blipFill>
        <p:spPr>
          <a:xfrm>
            <a:off x="1893747" y="3560681"/>
            <a:ext cx="1151303" cy="1162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A5CEF0-3145-440B-E594-313AD83E98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492" r="3115" b="9574"/>
          <a:stretch>
            <a:fillRect/>
          </a:stretch>
        </p:blipFill>
        <p:spPr>
          <a:xfrm>
            <a:off x="8769529" y="1799200"/>
            <a:ext cx="2855149" cy="9661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6B7960-C286-9F9B-9DE1-EDA5352D2170}"/>
              </a:ext>
            </a:extLst>
          </p:cNvPr>
          <p:cNvSpPr txBox="1"/>
          <p:nvPr/>
        </p:nvSpPr>
        <p:spPr>
          <a:xfrm>
            <a:off x="5651759" y="1215902"/>
            <a:ext cx="677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1C48FC-613B-A196-D1FB-634DC3A5BE14}"/>
              </a:ext>
            </a:extLst>
          </p:cNvPr>
          <p:cNvSpPr txBox="1"/>
          <p:nvPr/>
        </p:nvSpPr>
        <p:spPr>
          <a:xfrm>
            <a:off x="9713932" y="5275730"/>
            <a:ext cx="1376449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Hydrofabric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3D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E5F9FF-4642-0A38-F7E2-AAB8B5390585}"/>
              </a:ext>
            </a:extLst>
          </p:cNvPr>
          <p:cNvSpPr txBox="1"/>
          <p:nvPr/>
        </p:nvSpPr>
        <p:spPr>
          <a:xfrm>
            <a:off x="5651759" y="3561791"/>
            <a:ext cx="726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FD6D91-CE33-8728-845D-474239DD404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4" b="10744"/>
          <a:stretch/>
        </p:blipFill>
        <p:spPr>
          <a:xfrm>
            <a:off x="3475875" y="1554456"/>
            <a:ext cx="5240959" cy="16459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1C14E3-3A25-292F-43D2-A9E0E3F02FA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4" b="10744"/>
          <a:stretch/>
        </p:blipFill>
        <p:spPr>
          <a:xfrm>
            <a:off x="3475165" y="3901456"/>
            <a:ext cx="5241669" cy="16461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A9BFA0-06C8-C851-03FB-E9E1964F08C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82805" y="4056835"/>
            <a:ext cx="2038701" cy="120447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DDEE59F-7424-EFE7-155F-2A498F54A12E}"/>
              </a:ext>
            </a:extLst>
          </p:cNvPr>
          <p:cNvSpPr/>
          <p:nvPr/>
        </p:nvSpPr>
        <p:spPr>
          <a:xfrm rot="19323999">
            <a:off x="2957579" y="2793389"/>
            <a:ext cx="736095" cy="41284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9E82133-8066-C699-3ADF-E9DE0A2FE24A}"/>
              </a:ext>
            </a:extLst>
          </p:cNvPr>
          <p:cNvSpPr/>
          <p:nvPr/>
        </p:nvSpPr>
        <p:spPr>
          <a:xfrm rot="1679723">
            <a:off x="3050350" y="3742481"/>
            <a:ext cx="736095" cy="41284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329FD-0B56-C127-541D-40B19EBE2DCE}"/>
              </a:ext>
            </a:extLst>
          </p:cNvPr>
          <p:cNvSpPr txBox="1"/>
          <p:nvPr/>
        </p:nvSpPr>
        <p:spPr>
          <a:xfrm>
            <a:off x="9516157" y="2748970"/>
            <a:ext cx="1610297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Flowpaths</a:t>
            </a:r>
            <a:r>
              <a:rPr kumimoji="0" lang="en-US" sz="12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Attributes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D84AFC-0275-1DE3-A386-FAE745DD02A1}"/>
              </a:ext>
            </a:extLst>
          </p:cNvPr>
          <p:cNvSpPr/>
          <p:nvPr/>
        </p:nvSpPr>
        <p:spPr>
          <a:xfrm>
            <a:off x="1611920" y="1160401"/>
            <a:ext cx="10012048" cy="45371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02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D46C092-BEA2-8848-D928-BB61AC2B2D5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19716" y="676930"/>
            <a:ext cx="1221707" cy="3057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D1D004-A33E-496F-C2E2-8D36FEBA2B71}"/>
              </a:ext>
            </a:extLst>
          </p:cNvPr>
          <p:cNvSpPr txBox="1"/>
          <p:nvPr/>
        </p:nvSpPr>
        <p:spPr>
          <a:xfrm>
            <a:off x="8716834" y="298358"/>
            <a:ext cx="3095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Data Assimilation (DA)</a:t>
            </a:r>
          </a:p>
        </p:txBody>
      </p:sp>
      <p:pic>
        <p:nvPicPr>
          <p:cNvPr id="7" name="Picture 61" descr="A sign on the side of a tree&#10;&#10;Description automatically generated">
            <a:extLst>
              <a:ext uri="{FF2B5EF4-FFF2-40B4-BE49-F238E27FC236}">
                <a16:creationId xmlns:a16="http://schemas.microsoft.com/office/drawing/2014/main" id="{59A32A69-D3FF-C67F-30F4-4C44BCE8DB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8622" y="448358"/>
            <a:ext cx="1142683" cy="7235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6750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336D1E-99C2-136E-8CD1-423698490B2F}"/>
              </a:ext>
            </a:extLst>
          </p:cNvPr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Nudging Scheme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3D4530-59FA-7B58-EA86-186E63C72067}"/>
                  </a:ext>
                </a:extLst>
              </p:cNvPr>
              <p:cNvSpPr txBox="1"/>
              <p:nvPr/>
            </p:nvSpPr>
            <p:spPr>
              <a:xfrm>
                <a:off x="2421774" y="1147156"/>
                <a:ext cx="7348451" cy="1246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̃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4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3D4530-59FA-7B58-EA86-186E63C72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774" y="1147156"/>
                <a:ext cx="7348451" cy="12460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797C8B-F8FD-6710-5B55-61DA8EDA4F44}"/>
                  </a:ext>
                </a:extLst>
              </p:cNvPr>
              <p:cNvSpPr txBox="1"/>
              <p:nvPr/>
            </p:nvSpPr>
            <p:spPr>
              <a:xfrm>
                <a:off x="1228725" y="4910937"/>
                <a:ext cx="7553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𝑑𝑒𝑐𝑎𝑦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𝑐𝑜𝑒𝑓𝑓𝑖𝑐𝑖𝑒𝑛𝑡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𝑑𝑒𝑓𝑎𝑢𝑙𝑡𝑠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120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𝑚𝑖𝑛𝑢𝑡𝑒𝑠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797C8B-F8FD-6710-5B55-61DA8EDA4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25" y="4910937"/>
                <a:ext cx="7553325" cy="461665"/>
              </a:xfrm>
              <a:prstGeom prst="rect">
                <a:avLst/>
              </a:prstGeom>
              <a:blipFill>
                <a:blip r:embed="rId3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892C29-DE4F-7ED9-3F7E-194A063DBC0B}"/>
                  </a:ext>
                </a:extLst>
              </p:cNvPr>
              <p:cNvSpPr txBox="1"/>
              <p:nvPr/>
            </p:nvSpPr>
            <p:spPr>
              <a:xfrm>
                <a:off x="1228725" y="2933954"/>
                <a:ext cx="3552826" cy="473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𝑜𝑏𝑠𝑒𝑟𝑣𝑒𝑑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892C29-DE4F-7ED9-3F7E-194A063DB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25" y="2933954"/>
                <a:ext cx="3552826" cy="473976"/>
              </a:xfrm>
              <a:prstGeom prst="rect">
                <a:avLst/>
              </a:prstGeom>
              <a:blipFill>
                <a:blip r:embed="rId4"/>
                <a:stretch>
                  <a:fillRect l="-1203" t="-5128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9412F9-FD74-8A2D-0A6E-90E99EDCC03F}"/>
                  </a:ext>
                </a:extLst>
              </p:cNvPr>
              <p:cNvSpPr txBox="1"/>
              <p:nvPr/>
            </p:nvSpPr>
            <p:spPr>
              <a:xfrm>
                <a:off x="1228725" y="4259060"/>
                <a:ext cx="96202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𝑑𝑖𝑓𝑓𝑒𝑟𝑒𝑛𝑐𝑒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𝑚𝑜𝑑𝑒𝑙𝑒𝑑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𝑡𝑖𝑚𝑒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𝑜𝑏𝑠𝑒𝑟𝑣𝑎𝑡𝑖𝑜𝑛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𝑡𝑖𝑚𝑒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9412F9-FD74-8A2D-0A6E-90E99EDCC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25" y="4259060"/>
                <a:ext cx="9620249" cy="461665"/>
              </a:xfrm>
              <a:prstGeom prst="rect">
                <a:avLst/>
              </a:prstGeom>
              <a:blipFill>
                <a:blip r:embed="rId5"/>
                <a:stretch>
                  <a:fillRect l="-190" r="-63"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37E546-9B06-3034-C1AB-BA560B67D6C7}"/>
                  </a:ext>
                </a:extLst>
              </p:cNvPr>
              <p:cNvSpPr txBox="1"/>
              <p:nvPr/>
            </p:nvSpPr>
            <p:spPr>
              <a:xfrm>
                <a:off x="1228725" y="3598142"/>
                <a:ext cx="3552826" cy="470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𝑚𝑜𝑑𝑒𝑙𝑒𝑑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37E546-9B06-3034-C1AB-BA560B67D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25" y="3598142"/>
                <a:ext cx="3552826" cy="470706"/>
              </a:xfrm>
              <a:prstGeom prst="rect">
                <a:avLst/>
              </a:prstGeom>
              <a:blipFill>
                <a:blip r:embed="rId6"/>
                <a:stretch>
                  <a:fillRect l="-1203" t="-9091" b="-1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89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3B91F-585E-EB69-CC6D-1001BE57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A12BC0-7512-856C-4756-7FAD6A0C680D}"/>
              </a:ext>
            </a:extLst>
          </p:cNvPr>
          <p:cNvSpPr/>
          <p:nvPr/>
        </p:nvSpPr>
        <p:spPr>
          <a:xfrm>
            <a:off x="0" y="276002"/>
            <a:ext cx="12192000" cy="75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189"/>
            <a:r>
              <a:rPr lang="en-US" sz="4800" b="1" dirty="0">
                <a:solidFill>
                  <a:schemeClr val="tx1"/>
                </a:solidFill>
              </a:rPr>
              <a:t>Assimilation (MC vs. DW)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FF3B196-EB45-54F8-6B5A-73947A77DA44}"/>
              </a:ext>
            </a:extLst>
          </p:cNvPr>
          <p:cNvSpPr/>
          <p:nvPr/>
        </p:nvSpPr>
        <p:spPr>
          <a:xfrm>
            <a:off x="2530074" y="2387859"/>
            <a:ext cx="3546060" cy="1931840"/>
          </a:xfrm>
          <a:custGeom>
            <a:avLst/>
            <a:gdLst>
              <a:gd name="connsiteX0" fmla="*/ 2892333 w 4204568"/>
              <a:gd name="connsiteY0" fmla="*/ 1799620 h 2045005"/>
              <a:gd name="connsiteX1" fmla="*/ 2734472 w 4204568"/>
              <a:gd name="connsiteY1" fmla="*/ 1820470 h 2045005"/>
              <a:gd name="connsiteX2" fmla="*/ 2642139 w 4204568"/>
              <a:gd name="connsiteY2" fmla="*/ 1853233 h 2045005"/>
              <a:gd name="connsiteX3" fmla="*/ 2546826 w 4204568"/>
              <a:gd name="connsiteY3" fmla="*/ 1883018 h 2045005"/>
              <a:gd name="connsiteX4" fmla="*/ 2385987 w 4204568"/>
              <a:gd name="connsiteY4" fmla="*/ 1888975 h 2045005"/>
              <a:gd name="connsiteX5" fmla="*/ 2237062 w 4204568"/>
              <a:gd name="connsiteY5" fmla="*/ 1883018 h 2045005"/>
              <a:gd name="connsiteX6" fmla="*/ 2126858 w 4204568"/>
              <a:gd name="connsiteY6" fmla="*/ 1885997 h 2045005"/>
              <a:gd name="connsiteX7" fmla="*/ 1986868 w 4204568"/>
              <a:gd name="connsiteY7" fmla="*/ 1880040 h 2045005"/>
              <a:gd name="connsiteX8" fmla="*/ 1864750 w 4204568"/>
              <a:gd name="connsiteY8" fmla="*/ 1897911 h 2045005"/>
              <a:gd name="connsiteX9" fmla="*/ 1703911 w 4204568"/>
              <a:gd name="connsiteY9" fmla="*/ 1951524 h 2045005"/>
              <a:gd name="connsiteX10" fmla="*/ 1587749 w 4204568"/>
              <a:gd name="connsiteY10" fmla="*/ 1993223 h 2045005"/>
              <a:gd name="connsiteX11" fmla="*/ 1471587 w 4204568"/>
              <a:gd name="connsiteY11" fmla="*/ 2028965 h 2045005"/>
              <a:gd name="connsiteX12" fmla="*/ 1340533 w 4204568"/>
              <a:gd name="connsiteY12" fmla="*/ 2040879 h 2045005"/>
              <a:gd name="connsiteX13" fmla="*/ 1203522 w 4204568"/>
              <a:gd name="connsiteY13" fmla="*/ 2043857 h 2045005"/>
              <a:gd name="connsiteX14" fmla="*/ 1093318 w 4204568"/>
              <a:gd name="connsiteY14" fmla="*/ 2023008 h 2045005"/>
              <a:gd name="connsiteX15" fmla="*/ 890780 w 4204568"/>
              <a:gd name="connsiteY15" fmla="*/ 1984287 h 2045005"/>
              <a:gd name="connsiteX16" fmla="*/ 694198 w 4204568"/>
              <a:gd name="connsiteY16" fmla="*/ 1903868 h 2045005"/>
              <a:gd name="connsiteX17" fmla="*/ 509531 w 4204568"/>
              <a:gd name="connsiteY17" fmla="*/ 1814513 h 2045005"/>
              <a:gd name="connsiteX18" fmla="*/ 354649 w 4204568"/>
              <a:gd name="connsiteY18" fmla="*/ 1713244 h 2045005"/>
              <a:gd name="connsiteX19" fmla="*/ 208703 w 4204568"/>
              <a:gd name="connsiteY19" fmla="*/ 1626867 h 2045005"/>
              <a:gd name="connsiteX20" fmla="*/ 95520 w 4204568"/>
              <a:gd name="connsiteY20" fmla="*/ 1543469 h 2045005"/>
              <a:gd name="connsiteX21" fmla="*/ 41907 w 4204568"/>
              <a:gd name="connsiteY21" fmla="*/ 1474963 h 2045005"/>
              <a:gd name="connsiteX22" fmla="*/ 29993 w 4204568"/>
              <a:gd name="connsiteY22" fmla="*/ 1445178 h 2045005"/>
              <a:gd name="connsiteX23" fmla="*/ 41907 w 4204568"/>
              <a:gd name="connsiteY23" fmla="*/ 1361780 h 2045005"/>
              <a:gd name="connsiteX24" fmla="*/ 41907 w 4204568"/>
              <a:gd name="connsiteY24" fmla="*/ 1293275 h 2045005"/>
              <a:gd name="connsiteX25" fmla="*/ 32971 w 4204568"/>
              <a:gd name="connsiteY25" fmla="*/ 1218812 h 2045005"/>
              <a:gd name="connsiteX26" fmla="*/ 15100 w 4204568"/>
              <a:gd name="connsiteY26" fmla="*/ 1132436 h 2045005"/>
              <a:gd name="connsiteX27" fmla="*/ 208 w 4204568"/>
              <a:gd name="connsiteY27" fmla="*/ 1034145 h 2045005"/>
              <a:gd name="connsiteX28" fmla="*/ 9143 w 4204568"/>
              <a:gd name="connsiteY28" fmla="*/ 962661 h 2045005"/>
              <a:gd name="connsiteX29" fmla="*/ 44885 w 4204568"/>
              <a:gd name="connsiteY29" fmla="*/ 870328 h 2045005"/>
              <a:gd name="connsiteX30" fmla="*/ 74670 w 4204568"/>
              <a:gd name="connsiteY30" fmla="*/ 816715 h 2045005"/>
              <a:gd name="connsiteX31" fmla="*/ 169982 w 4204568"/>
              <a:gd name="connsiteY31" fmla="*/ 724381 h 2045005"/>
              <a:gd name="connsiteX32" fmla="*/ 304015 w 4204568"/>
              <a:gd name="connsiteY32" fmla="*/ 587370 h 2045005"/>
              <a:gd name="connsiteX33" fmla="*/ 449961 w 4204568"/>
              <a:gd name="connsiteY33" fmla="*/ 483122 h 2045005"/>
              <a:gd name="connsiteX34" fmla="*/ 551230 w 4204568"/>
              <a:gd name="connsiteY34" fmla="*/ 375896 h 2045005"/>
              <a:gd name="connsiteX35" fmla="*/ 679306 w 4204568"/>
              <a:gd name="connsiteY35" fmla="*/ 262713 h 2045005"/>
              <a:gd name="connsiteX36" fmla="*/ 810360 w 4204568"/>
              <a:gd name="connsiteY36" fmla="*/ 149530 h 2045005"/>
              <a:gd name="connsiteX37" fmla="*/ 893758 w 4204568"/>
              <a:gd name="connsiteY37" fmla="*/ 84003 h 2045005"/>
              <a:gd name="connsiteX38" fmla="*/ 1018855 w 4204568"/>
              <a:gd name="connsiteY38" fmla="*/ 39326 h 2045005"/>
              <a:gd name="connsiteX39" fmla="*/ 1114167 w 4204568"/>
              <a:gd name="connsiteY39" fmla="*/ 6562 h 2045005"/>
              <a:gd name="connsiteX40" fmla="*/ 1236286 w 4204568"/>
              <a:gd name="connsiteY40" fmla="*/ 605 h 2045005"/>
              <a:gd name="connsiteX41" fmla="*/ 1373297 w 4204568"/>
              <a:gd name="connsiteY41" fmla="*/ 15498 h 2045005"/>
              <a:gd name="connsiteX42" fmla="*/ 1540093 w 4204568"/>
              <a:gd name="connsiteY42" fmla="*/ 33369 h 2045005"/>
              <a:gd name="connsiteX43" fmla="*/ 1697954 w 4204568"/>
              <a:gd name="connsiteY43" fmla="*/ 48261 h 2045005"/>
              <a:gd name="connsiteX44" fmla="*/ 1867728 w 4204568"/>
              <a:gd name="connsiteY44" fmla="*/ 63154 h 2045005"/>
              <a:gd name="connsiteX45" fmla="*/ 2019632 w 4204568"/>
              <a:gd name="connsiteY45" fmla="*/ 75068 h 2045005"/>
              <a:gd name="connsiteX46" fmla="*/ 2156643 w 4204568"/>
              <a:gd name="connsiteY46" fmla="*/ 66132 h 2045005"/>
              <a:gd name="connsiteX47" fmla="*/ 2356202 w 4204568"/>
              <a:gd name="connsiteY47" fmla="*/ 66132 h 2045005"/>
              <a:gd name="connsiteX48" fmla="*/ 2963817 w 4204568"/>
              <a:gd name="connsiteY48" fmla="*/ 170380 h 2045005"/>
              <a:gd name="connsiteX49" fmla="*/ 3717378 w 4204568"/>
              <a:gd name="connsiteY49" fmla="*/ 355047 h 2045005"/>
              <a:gd name="connsiteX50" fmla="*/ 4050970 w 4204568"/>
              <a:gd name="connsiteY50" fmla="*/ 709489 h 2045005"/>
              <a:gd name="connsiteX51" fmla="*/ 4202873 w 4204568"/>
              <a:gd name="connsiteY51" fmla="*/ 1129457 h 2045005"/>
              <a:gd name="connsiteX52" fmla="*/ 3961615 w 4204568"/>
              <a:gd name="connsiteY52" fmla="*/ 1531555 h 2045005"/>
              <a:gd name="connsiteX53" fmla="*/ 3088914 w 4204568"/>
              <a:gd name="connsiteY53" fmla="*/ 1781749 h 2045005"/>
              <a:gd name="connsiteX54" fmla="*/ 2892333 w 4204568"/>
              <a:gd name="connsiteY54" fmla="*/ 1799620 h 2045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204568" h="2045005">
                <a:moveTo>
                  <a:pt x="2892333" y="1799620"/>
                </a:moveTo>
                <a:cubicBezTo>
                  <a:pt x="2833259" y="1806073"/>
                  <a:pt x="2776171" y="1811535"/>
                  <a:pt x="2734472" y="1820470"/>
                </a:cubicBezTo>
                <a:cubicBezTo>
                  <a:pt x="2692773" y="1829405"/>
                  <a:pt x="2673413" y="1842808"/>
                  <a:pt x="2642139" y="1853233"/>
                </a:cubicBezTo>
                <a:cubicBezTo>
                  <a:pt x="2610865" y="1863658"/>
                  <a:pt x="2589518" y="1877061"/>
                  <a:pt x="2546826" y="1883018"/>
                </a:cubicBezTo>
                <a:cubicBezTo>
                  <a:pt x="2504134" y="1888975"/>
                  <a:pt x="2437614" y="1888975"/>
                  <a:pt x="2385987" y="1888975"/>
                </a:cubicBezTo>
                <a:cubicBezTo>
                  <a:pt x="2334360" y="1888975"/>
                  <a:pt x="2280250" y="1883514"/>
                  <a:pt x="2237062" y="1883018"/>
                </a:cubicBezTo>
                <a:cubicBezTo>
                  <a:pt x="2193874" y="1882522"/>
                  <a:pt x="2168557" y="1886493"/>
                  <a:pt x="2126858" y="1885997"/>
                </a:cubicBezTo>
                <a:cubicBezTo>
                  <a:pt x="2085159" y="1885501"/>
                  <a:pt x="2030552" y="1878054"/>
                  <a:pt x="1986868" y="1880040"/>
                </a:cubicBezTo>
                <a:cubicBezTo>
                  <a:pt x="1943184" y="1882026"/>
                  <a:pt x="1911909" y="1885997"/>
                  <a:pt x="1864750" y="1897911"/>
                </a:cubicBezTo>
                <a:cubicBezTo>
                  <a:pt x="1817590" y="1909825"/>
                  <a:pt x="1750078" y="1935639"/>
                  <a:pt x="1703911" y="1951524"/>
                </a:cubicBezTo>
                <a:cubicBezTo>
                  <a:pt x="1657744" y="1967409"/>
                  <a:pt x="1626470" y="1980316"/>
                  <a:pt x="1587749" y="1993223"/>
                </a:cubicBezTo>
                <a:cubicBezTo>
                  <a:pt x="1549028" y="2006130"/>
                  <a:pt x="1512789" y="2021022"/>
                  <a:pt x="1471587" y="2028965"/>
                </a:cubicBezTo>
                <a:cubicBezTo>
                  <a:pt x="1430385" y="2036908"/>
                  <a:pt x="1385210" y="2038397"/>
                  <a:pt x="1340533" y="2040879"/>
                </a:cubicBezTo>
                <a:cubicBezTo>
                  <a:pt x="1295855" y="2043361"/>
                  <a:pt x="1244725" y="2046836"/>
                  <a:pt x="1203522" y="2043857"/>
                </a:cubicBezTo>
                <a:cubicBezTo>
                  <a:pt x="1162319" y="2040878"/>
                  <a:pt x="1093318" y="2023008"/>
                  <a:pt x="1093318" y="2023008"/>
                </a:cubicBezTo>
                <a:cubicBezTo>
                  <a:pt x="1041194" y="2013080"/>
                  <a:pt x="957300" y="2004144"/>
                  <a:pt x="890780" y="1984287"/>
                </a:cubicBezTo>
                <a:cubicBezTo>
                  <a:pt x="824260" y="1964430"/>
                  <a:pt x="757739" y="1932164"/>
                  <a:pt x="694198" y="1903868"/>
                </a:cubicBezTo>
                <a:cubicBezTo>
                  <a:pt x="630657" y="1875572"/>
                  <a:pt x="566122" y="1846284"/>
                  <a:pt x="509531" y="1814513"/>
                </a:cubicBezTo>
                <a:cubicBezTo>
                  <a:pt x="452939" y="1782742"/>
                  <a:pt x="404787" y="1744518"/>
                  <a:pt x="354649" y="1713244"/>
                </a:cubicBezTo>
                <a:cubicBezTo>
                  <a:pt x="304511" y="1681970"/>
                  <a:pt x="251891" y="1655163"/>
                  <a:pt x="208703" y="1626867"/>
                </a:cubicBezTo>
                <a:cubicBezTo>
                  <a:pt x="165515" y="1598571"/>
                  <a:pt x="123319" y="1568786"/>
                  <a:pt x="95520" y="1543469"/>
                </a:cubicBezTo>
                <a:cubicBezTo>
                  <a:pt x="67721" y="1518152"/>
                  <a:pt x="52828" y="1491345"/>
                  <a:pt x="41907" y="1474963"/>
                </a:cubicBezTo>
                <a:cubicBezTo>
                  <a:pt x="30986" y="1458581"/>
                  <a:pt x="29993" y="1464042"/>
                  <a:pt x="29993" y="1445178"/>
                </a:cubicBezTo>
                <a:cubicBezTo>
                  <a:pt x="29993" y="1426314"/>
                  <a:pt x="39921" y="1387097"/>
                  <a:pt x="41907" y="1361780"/>
                </a:cubicBezTo>
                <a:cubicBezTo>
                  <a:pt x="43893" y="1336463"/>
                  <a:pt x="43396" y="1317103"/>
                  <a:pt x="41907" y="1293275"/>
                </a:cubicBezTo>
                <a:cubicBezTo>
                  <a:pt x="40418" y="1269447"/>
                  <a:pt x="37439" y="1245618"/>
                  <a:pt x="32971" y="1218812"/>
                </a:cubicBezTo>
                <a:cubicBezTo>
                  <a:pt x="28503" y="1192005"/>
                  <a:pt x="20560" y="1163214"/>
                  <a:pt x="15100" y="1132436"/>
                </a:cubicBezTo>
                <a:cubicBezTo>
                  <a:pt x="9640" y="1101658"/>
                  <a:pt x="1201" y="1062441"/>
                  <a:pt x="208" y="1034145"/>
                </a:cubicBezTo>
                <a:cubicBezTo>
                  <a:pt x="-785" y="1005849"/>
                  <a:pt x="1697" y="989964"/>
                  <a:pt x="9143" y="962661"/>
                </a:cubicBezTo>
                <a:cubicBezTo>
                  <a:pt x="16589" y="935358"/>
                  <a:pt x="33964" y="894652"/>
                  <a:pt x="44885" y="870328"/>
                </a:cubicBezTo>
                <a:cubicBezTo>
                  <a:pt x="55806" y="846004"/>
                  <a:pt x="53821" y="841039"/>
                  <a:pt x="74670" y="816715"/>
                </a:cubicBezTo>
                <a:cubicBezTo>
                  <a:pt x="95519" y="792391"/>
                  <a:pt x="131758" y="762605"/>
                  <a:pt x="169982" y="724381"/>
                </a:cubicBezTo>
                <a:cubicBezTo>
                  <a:pt x="208206" y="686157"/>
                  <a:pt x="257352" y="627580"/>
                  <a:pt x="304015" y="587370"/>
                </a:cubicBezTo>
                <a:cubicBezTo>
                  <a:pt x="350678" y="547160"/>
                  <a:pt x="408759" y="518368"/>
                  <a:pt x="449961" y="483122"/>
                </a:cubicBezTo>
                <a:cubicBezTo>
                  <a:pt x="491163" y="447876"/>
                  <a:pt x="513006" y="412631"/>
                  <a:pt x="551230" y="375896"/>
                </a:cubicBezTo>
                <a:cubicBezTo>
                  <a:pt x="589454" y="339161"/>
                  <a:pt x="636118" y="300441"/>
                  <a:pt x="679306" y="262713"/>
                </a:cubicBezTo>
                <a:cubicBezTo>
                  <a:pt x="722494" y="224985"/>
                  <a:pt x="774618" y="179315"/>
                  <a:pt x="810360" y="149530"/>
                </a:cubicBezTo>
                <a:cubicBezTo>
                  <a:pt x="846102" y="119745"/>
                  <a:pt x="859009" y="102370"/>
                  <a:pt x="893758" y="84003"/>
                </a:cubicBezTo>
                <a:cubicBezTo>
                  <a:pt x="928507" y="65636"/>
                  <a:pt x="982120" y="52233"/>
                  <a:pt x="1018855" y="39326"/>
                </a:cubicBezTo>
                <a:cubicBezTo>
                  <a:pt x="1055590" y="26419"/>
                  <a:pt x="1077928" y="13016"/>
                  <a:pt x="1114167" y="6562"/>
                </a:cubicBezTo>
                <a:cubicBezTo>
                  <a:pt x="1150406" y="108"/>
                  <a:pt x="1193098" y="-884"/>
                  <a:pt x="1236286" y="605"/>
                </a:cubicBezTo>
                <a:cubicBezTo>
                  <a:pt x="1279474" y="2094"/>
                  <a:pt x="1373297" y="15498"/>
                  <a:pt x="1373297" y="15498"/>
                </a:cubicBezTo>
                <a:lnTo>
                  <a:pt x="1540093" y="33369"/>
                </a:lnTo>
                <a:lnTo>
                  <a:pt x="1697954" y="48261"/>
                </a:lnTo>
                <a:lnTo>
                  <a:pt x="1867728" y="63154"/>
                </a:lnTo>
                <a:cubicBezTo>
                  <a:pt x="1921341" y="67622"/>
                  <a:pt x="1971480" y="74572"/>
                  <a:pt x="2019632" y="75068"/>
                </a:cubicBezTo>
                <a:cubicBezTo>
                  <a:pt x="2067784" y="75564"/>
                  <a:pt x="2100548" y="67621"/>
                  <a:pt x="2156643" y="66132"/>
                </a:cubicBezTo>
                <a:cubicBezTo>
                  <a:pt x="2212738" y="64643"/>
                  <a:pt x="2221673" y="48757"/>
                  <a:pt x="2356202" y="66132"/>
                </a:cubicBezTo>
                <a:cubicBezTo>
                  <a:pt x="2490731" y="83507"/>
                  <a:pt x="2736954" y="122228"/>
                  <a:pt x="2963817" y="170380"/>
                </a:cubicBezTo>
                <a:cubicBezTo>
                  <a:pt x="3190680" y="218532"/>
                  <a:pt x="3536186" y="265196"/>
                  <a:pt x="3717378" y="355047"/>
                </a:cubicBezTo>
                <a:cubicBezTo>
                  <a:pt x="3898570" y="444898"/>
                  <a:pt x="3970054" y="580421"/>
                  <a:pt x="4050970" y="709489"/>
                </a:cubicBezTo>
                <a:cubicBezTo>
                  <a:pt x="4131886" y="838557"/>
                  <a:pt x="4217765" y="992446"/>
                  <a:pt x="4202873" y="1129457"/>
                </a:cubicBezTo>
                <a:cubicBezTo>
                  <a:pt x="4187981" y="1266468"/>
                  <a:pt x="4147275" y="1422840"/>
                  <a:pt x="3961615" y="1531555"/>
                </a:cubicBezTo>
                <a:cubicBezTo>
                  <a:pt x="3775955" y="1640270"/>
                  <a:pt x="3266135" y="1738561"/>
                  <a:pt x="3088914" y="1781749"/>
                </a:cubicBezTo>
                <a:cubicBezTo>
                  <a:pt x="2911693" y="1824937"/>
                  <a:pt x="2951407" y="1793167"/>
                  <a:pt x="2892333" y="1799620"/>
                </a:cubicBez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F3594E6-B6E7-DDBF-0D39-789B051B1150}"/>
              </a:ext>
            </a:extLst>
          </p:cNvPr>
          <p:cNvSpPr/>
          <p:nvPr/>
        </p:nvSpPr>
        <p:spPr>
          <a:xfrm>
            <a:off x="4449425" y="1296335"/>
            <a:ext cx="2392140" cy="2250159"/>
          </a:xfrm>
          <a:custGeom>
            <a:avLst/>
            <a:gdLst>
              <a:gd name="connsiteX0" fmla="*/ 2114742 w 2836364"/>
              <a:gd name="connsiteY0" fmla="*/ 813543 h 2381971"/>
              <a:gd name="connsiteX1" fmla="*/ 1962838 w 2836364"/>
              <a:gd name="connsiteY1" fmla="*/ 697382 h 2381971"/>
              <a:gd name="connsiteX2" fmla="*/ 1834763 w 2836364"/>
              <a:gd name="connsiteY2" fmla="*/ 581220 h 2381971"/>
              <a:gd name="connsiteX3" fmla="*/ 1706687 w 2836364"/>
              <a:gd name="connsiteY3" fmla="*/ 473994 h 2381971"/>
              <a:gd name="connsiteX4" fmla="*/ 1584569 w 2836364"/>
              <a:gd name="connsiteY4" fmla="*/ 372725 h 2381971"/>
              <a:gd name="connsiteX5" fmla="*/ 1480321 w 2836364"/>
              <a:gd name="connsiteY5" fmla="*/ 289327 h 2381971"/>
              <a:gd name="connsiteX6" fmla="*/ 1349267 w 2836364"/>
              <a:gd name="connsiteY6" fmla="*/ 211886 h 2381971"/>
              <a:gd name="connsiteX7" fmla="*/ 1182471 w 2836364"/>
              <a:gd name="connsiteY7" fmla="*/ 116574 h 2381971"/>
              <a:gd name="connsiteX8" fmla="*/ 968019 w 2836364"/>
              <a:gd name="connsiteY8" fmla="*/ 36155 h 2381971"/>
              <a:gd name="connsiteX9" fmla="*/ 819094 w 2836364"/>
              <a:gd name="connsiteY9" fmla="*/ 3391 h 2381971"/>
              <a:gd name="connsiteX10" fmla="*/ 696975 w 2836364"/>
              <a:gd name="connsiteY10" fmla="*/ 3391 h 2381971"/>
              <a:gd name="connsiteX11" fmla="*/ 577835 w 2836364"/>
              <a:gd name="connsiteY11" fmla="*/ 24241 h 2381971"/>
              <a:gd name="connsiteX12" fmla="*/ 443803 w 2836364"/>
              <a:gd name="connsiteY12" fmla="*/ 59983 h 2381971"/>
              <a:gd name="connsiteX13" fmla="*/ 384233 w 2836364"/>
              <a:gd name="connsiteY13" fmla="*/ 98703 h 2381971"/>
              <a:gd name="connsiteX14" fmla="*/ 342534 w 2836364"/>
              <a:gd name="connsiteY14" fmla="*/ 134445 h 2381971"/>
              <a:gd name="connsiteX15" fmla="*/ 291899 w 2836364"/>
              <a:gd name="connsiteY15" fmla="*/ 250607 h 2381971"/>
              <a:gd name="connsiteX16" fmla="*/ 238286 w 2836364"/>
              <a:gd name="connsiteY16" fmla="*/ 405489 h 2381971"/>
              <a:gd name="connsiteX17" fmla="*/ 175737 w 2836364"/>
              <a:gd name="connsiteY17" fmla="*/ 605048 h 2381971"/>
              <a:gd name="connsiteX18" fmla="*/ 107232 w 2836364"/>
              <a:gd name="connsiteY18" fmla="*/ 831414 h 2381971"/>
              <a:gd name="connsiteX19" fmla="*/ 53619 w 2836364"/>
              <a:gd name="connsiteY19" fmla="*/ 1033953 h 2381971"/>
              <a:gd name="connsiteX20" fmla="*/ 11920 w 2836364"/>
              <a:gd name="connsiteY20" fmla="*/ 1176921 h 2381971"/>
              <a:gd name="connsiteX21" fmla="*/ 5963 w 2836364"/>
              <a:gd name="connsiteY21" fmla="*/ 1230534 h 2381971"/>
              <a:gd name="connsiteX22" fmla="*/ 5963 w 2836364"/>
              <a:gd name="connsiteY22" fmla="*/ 1299039 h 2381971"/>
              <a:gd name="connsiteX23" fmla="*/ 83404 w 2836364"/>
              <a:gd name="connsiteY23" fmla="*/ 1397330 h 2381971"/>
              <a:gd name="connsiteX24" fmla="*/ 172759 w 2836364"/>
              <a:gd name="connsiteY24" fmla="*/ 1489663 h 2381971"/>
              <a:gd name="connsiteX25" fmla="*/ 309770 w 2836364"/>
              <a:gd name="connsiteY25" fmla="*/ 1581997 h 2381971"/>
              <a:gd name="connsiteX26" fmla="*/ 455717 w 2836364"/>
              <a:gd name="connsiteY26" fmla="*/ 1653481 h 2381971"/>
              <a:gd name="connsiteX27" fmla="*/ 628470 w 2836364"/>
              <a:gd name="connsiteY27" fmla="*/ 1719008 h 2381971"/>
              <a:gd name="connsiteX28" fmla="*/ 741653 w 2836364"/>
              <a:gd name="connsiteY28" fmla="*/ 1739857 h 2381971"/>
              <a:gd name="connsiteX29" fmla="*/ 893556 w 2836364"/>
              <a:gd name="connsiteY29" fmla="*/ 1805385 h 2381971"/>
              <a:gd name="connsiteX30" fmla="*/ 1033546 w 2836364"/>
              <a:gd name="connsiteY30" fmla="*/ 1888783 h 2381971"/>
              <a:gd name="connsiteX31" fmla="*/ 1158643 w 2836364"/>
              <a:gd name="connsiteY31" fmla="*/ 1954310 h 2381971"/>
              <a:gd name="connsiteX32" fmla="*/ 1230127 w 2836364"/>
              <a:gd name="connsiteY32" fmla="*/ 2028772 h 2381971"/>
              <a:gd name="connsiteX33" fmla="*/ 1319482 w 2836364"/>
              <a:gd name="connsiteY33" fmla="*/ 2138977 h 2381971"/>
              <a:gd name="connsiteX34" fmla="*/ 1423730 w 2836364"/>
              <a:gd name="connsiteY34" fmla="*/ 2246203 h 2381971"/>
              <a:gd name="connsiteX35" fmla="*/ 1557762 w 2836364"/>
              <a:gd name="connsiteY35" fmla="*/ 2380235 h 2381971"/>
              <a:gd name="connsiteX36" fmla="*/ 2165377 w 2836364"/>
              <a:gd name="connsiteY36" fmla="*/ 2144934 h 2381971"/>
              <a:gd name="connsiteX37" fmla="*/ 2835539 w 2836364"/>
              <a:gd name="connsiteY37" fmla="*/ 1757729 h 2381971"/>
              <a:gd name="connsiteX38" fmla="*/ 2299409 w 2836364"/>
              <a:gd name="connsiteY38" fmla="*/ 998211 h 2381971"/>
              <a:gd name="connsiteX39" fmla="*/ 2114742 w 2836364"/>
              <a:gd name="connsiteY39" fmla="*/ 813543 h 238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836364" h="2381971">
                <a:moveTo>
                  <a:pt x="2114742" y="813543"/>
                </a:moveTo>
                <a:cubicBezTo>
                  <a:pt x="2058647" y="763405"/>
                  <a:pt x="2009501" y="736102"/>
                  <a:pt x="1962838" y="697382"/>
                </a:cubicBezTo>
                <a:cubicBezTo>
                  <a:pt x="1916175" y="658661"/>
                  <a:pt x="1877455" y="618451"/>
                  <a:pt x="1834763" y="581220"/>
                </a:cubicBezTo>
                <a:cubicBezTo>
                  <a:pt x="1792071" y="543989"/>
                  <a:pt x="1748386" y="508743"/>
                  <a:pt x="1706687" y="473994"/>
                </a:cubicBezTo>
                <a:lnTo>
                  <a:pt x="1584569" y="372725"/>
                </a:lnTo>
                <a:cubicBezTo>
                  <a:pt x="1546841" y="341947"/>
                  <a:pt x="1519538" y="316133"/>
                  <a:pt x="1480321" y="289327"/>
                </a:cubicBezTo>
                <a:cubicBezTo>
                  <a:pt x="1441104" y="262520"/>
                  <a:pt x="1349267" y="211886"/>
                  <a:pt x="1349267" y="211886"/>
                </a:cubicBezTo>
                <a:cubicBezTo>
                  <a:pt x="1299625" y="183094"/>
                  <a:pt x="1246012" y="145862"/>
                  <a:pt x="1182471" y="116574"/>
                </a:cubicBezTo>
                <a:cubicBezTo>
                  <a:pt x="1118930" y="87286"/>
                  <a:pt x="1028582" y="55019"/>
                  <a:pt x="968019" y="36155"/>
                </a:cubicBezTo>
                <a:cubicBezTo>
                  <a:pt x="907456" y="17291"/>
                  <a:pt x="864268" y="8852"/>
                  <a:pt x="819094" y="3391"/>
                </a:cubicBezTo>
                <a:cubicBezTo>
                  <a:pt x="773920" y="-2070"/>
                  <a:pt x="737185" y="-84"/>
                  <a:pt x="696975" y="3391"/>
                </a:cubicBezTo>
                <a:cubicBezTo>
                  <a:pt x="656765" y="6866"/>
                  <a:pt x="620030" y="14809"/>
                  <a:pt x="577835" y="24241"/>
                </a:cubicBezTo>
                <a:cubicBezTo>
                  <a:pt x="535640" y="33673"/>
                  <a:pt x="476070" y="47573"/>
                  <a:pt x="443803" y="59983"/>
                </a:cubicBezTo>
                <a:cubicBezTo>
                  <a:pt x="411536" y="72393"/>
                  <a:pt x="401111" y="86293"/>
                  <a:pt x="384233" y="98703"/>
                </a:cubicBezTo>
                <a:cubicBezTo>
                  <a:pt x="367355" y="111113"/>
                  <a:pt x="357923" y="109128"/>
                  <a:pt x="342534" y="134445"/>
                </a:cubicBezTo>
                <a:cubicBezTo>
                  <a:pt x="327145" y="159762"/>
                  <a:pt x="309274" y="205433"/>
                  <a:pt x="291899" y="250607"/>
                </a:cubicBezTo>
                <a:cubicBezTo>
                  <a:pt x="274524" y="295781"/>
                  <a:pt x="257646" y="346416"/>
                  <a:pt x="238286" y="405489"/>
                </a:cubicBezTo>
                <a:cubicBezTo>
                  <a:pt x="218926" y="464562"/>
                  <a:pt x="197579" y="534061"/>
                  <a:pt x="175737" y="605048"/>
                </a:cubicBezTo>
                <a:cubicBezTo>
                  <a:pt x="153895" y="676035"/>
                  <a:pt x="127585" y="759930"/>
                  <a:pt x="107232" y="831414"/>
                </a:cubicBezTo>
                <a:cubicBezTo>
                  <a:pt x="86879" y="902898"/>
                  <a:pt x="69504" y="976369"/>
                  <a:pt x="53619" y="1033953"/>
                </a:cubicBezTo>
                <a:cubicBezTo>
                  <a:pt x="37734" y="1091538"/>
                  <a:pt x="19863" y="1144158"/>
                  <a:pt x="11920" y="1176921"/>
                </a:cubicBezTo>
                <a:cubicBezTo>
                  <a:pt x="3977" y="1209684"/>
                  <a:pt x="6956" y="1210181"/>
                  <a:pt x="5963" y="1230534"/>
                </a:cubicBezTo>
                <a:cubicBezTo>
                  <a:pt x="4970" y="1250887"/>
                  <a:pt x="-6944" y="1271240"/>
                  <a:pt x="5963" y="1299039"/>
                </a:cubicBezTo>
                <a:cubicBezTo>
                  <a:pt x="18870" y="1326838"/>
                  <a:pt x="55605" y="1365559"/>
                  <a:pt x="83404" y="1397330"/>
                </a:cubicBezTo>
                <a:cubicBezTo>
                  <a:pt x="111203" y="1429101"/>
                  <a:pt x="135031" y="1458885"/>
                  <a:pt x="172759" y="1489663"/>
                </a:cubicBezTo>
                <a:cubicBezTo>
                  <a:pt x="210487" y="1520441"/>
                  <a:pt x="262610" y="1554694"/>
                  <a:pt x="309770" y="1581997"/>
                </a:cubicBezTo>
                <a:cubicBezTo>
                  <a:pt x="356930" y="1609300"/>
                  <a:pt x="402600" y="1630646"/>
                  <a:pt x="455717" y="1653481"/>
                </a:cubicBezTo>
                <a:cubicBezTo>
                  <a:pt x="508834" y="1676316"/>
                  <a:pt x="580814" y="1704612"/>
                  <a:pt x="628470" y="1719008"/>
                </a:cubicBezTo>
                <a:cubicBezTo>
                  <a:pt x="676126" y="1733404"/>
                  <a:pt x="697472" y="1725461"/>
                  <a:pt x="741653" y="1739857"/>
                </a:cubicBezTo>
                <a:cubicBezTo>
                  <a:pt x="785834" y="1754253"/>
                  <a:pt x="844907" y="1780564"/>
                  <a:pt x="893556" y="1805385"/>
                </a:cubicBezTo>
                <a:cubicBezTo>
                  <a:pt x="942205" y="1830206"/>
                  <a:pt x="989365" y="1863962"/>
                  <a:pt x="1033546" y="1888783"/>
                </a:cubicBezTo>
                <a:cubicBezTo>
                  <a:pt x="1077727" y="1913604"/>
                  <a:pt x="1125879" y="1930978"/>
                  <a:pt x="1158643" y="1954310"/>
                </a:cubicBezTo>
                <a:cubicBezTo>
                  <a:pt x="1191407" y="1977642"/>
                  <a:pt x="1203320" y="1997994"/>
                  <a:pt x="1230127" y="2028772"/>
                </a:cubicBezTo>
                <a:cubicBezTo>
                  <a:pt x="1256934" y="2059550"/>
                  <a:pt x="1287215" y="2102739"/>
                  <a:pt x="1319482" y="2138977"/>
                </a:cubicBezTo>
                <a:cubicBezTo>
                  <a:pt x="1351749" y="2175215"/>
                  <a:pt x="1384017" y="2205993"/>
                  <a:pt x="1423730" y="2246203"/>
                </a:cubicBezTo>
                <a:cubicBezTo>
                  <a:pt x="1463443" y="2286413"/>
                  <a:pt x="1434154" y="2397113"/>
                  <a:pt x="1557762" y="2380235"/>
                </a:cubicBezTo>
                <a:cubicBezTo>
                  <a:pt x="1681370" y="2363357"/>
                  <a:pt x="1952414" y="2248685"/>
                  <a:pt x="2165377" y="2144934"/>
                </a:cubicBezTo>
                <a:cubicBezTo>
                  <a:pt x="2378340" y="2041183"/>
                  <a:pt x="2813200" y="1948850"/>
                  <a:pt x="2835539" y="1757729"/>
                </a:cubicBezTo>
                <a:cubicBezTo>
                  <a:pt x="2857878" y="1566609"/>
                  <a:pt x="2420535" y="1154086"/>
                  <a:pt x="2299409" y="998211"/>
                </a:cubicBezTo>
                <a:cubicBezTo>
                  <a:pt x="2178283" y="842336"/>
                  <a:pt x="2170837" y="863681"/>
                  <a:pt x="2114742" y="813543"/>
                </a:cubicBez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6B7646-6496-E9F7-0FC4-590967922128}"/>
              </a:ext>
            </a:extLst>
          </p:cNvPr>
          <p:cNvSpPr/>
          <p:nvPr/>
        </p:nvSpPr>
        <p:spPr>
          <a:xfrm>
            <a:off x="6082241" y="1549955"/>
            <a:ext cx="2599937" cy="2588584"/>
          </a:xfrm>
          <a:custGeom>
            <a:avLst/>
            <a:gdLst>
              <a:gd name="connsiteX0" fmla="*/ 1524993 w 3082749"/>
              <a:gd name="connsiteY0" fmla="*/ 113183 h 2740221"/>
              <a:gd name="connsiteX1" fmla="*/ 1459466 w 3082749"/>
              <a:gd name="connsiteY1" fmla="*/ 98290 h 2740221"/>
              <a:gd name="connsiteX2" fmla="*/ 1393939 w 3082749"/>
              <a:gd name="connsiteY2" fmla="*/ 65527 h 2740221"/>
              <a:gd name="connsiteX3" fmla="*/ 1337347 w 3082749"/>
              <a:gd name="connsiteY3" fmla="*/ 38720 h 2740221"/>
              <a:gd name="connsiteX4" fmla="*/ 1265863 w 3082749"/>
              <a:gd name="connsiteY4" fmla="*/ 23828 h 2740221"/>
              <a:gd name="connsiteX5" fmla="*/ 1191401 w 3082749"/>
              <a:gd name="connsiteY5" fmla="*/ 8935 h 2740221"/>
              <a:gd name="connsiteX6" fmla="*/ 1102046 w 3082749"/>
              <a:gd name="connsiteY6" fmla="*/ 2978 h 2740221"/>
              <a:gd name="connsiteX7" fmla="*/ 1006733 w 3082749"/>
              <a:gd name="connsiteY7" fmla="*/ 2978 h 2740221"/>
              <a:gd name="connsiteX8" fmla="*/ 923335 w 3082749"/>
              <a:gd name="connsiteY8" fmla="*/ 2978 h 2740221"/>
              <a:gd name="connsiteX9" fmla="*/ 839937 w 3082749"/>
              <a:gd name="connsiteY9" fmla="*/ 8935 h 2740221"/>
              <a:gd name="connsiteX10" fmla="*/ 798238 w 3082749"/>
              <a:gd name="connsiteY10" fmla="*/ 29785 h 2740221"/>
              <a:gd name="connsiteX11" fmla="*/ 708883 w 3082749"/>
              <a:gd name="connsiteY11" fmla="*/ 17871 h 2740221"/>
              <a:gd name="connsiteX12" fmla="*/ 613571 w 3082749"/>
              <a:gd name="connsiteY12" fmla="*/ 14892 h 2740221"/>
              <a:gd name="connsiteX13" fmla="*/ 556980 w 3082749"/>
              <a:gd name="connsiteY13" fmla="*/ 0 h 2740221"/>
              <a:gd name="connsiteX14" fmla="*/ 464646 w 3082749"/>
              <a:gd name="connsiteY14" fmla="*/ 14892 h 2740221"/>
              <a:gd name="connsiteX15" fmla="*/ 378270 w 3082749"/>
              <a:gd name="connsiteY15" fmla="*/ 47656 h 2740221"/>
              <a:gd name="connsiteX16" fmla="*/ 279979 w 3082749"/>
              <a:gd name="connsiteY16" fmla="*/ 110204 h 2740221"/>
              <a:gd name="connsiteX17" fmla="*/ 178710 w 3082749"/>
              <a:gd name="connsiteY17" fmla="*/ 214452 h 2740221"/>
              <a:gd name="connsiteX18" fmla="*/ 119140 w 3082749"/>
              <a:gd name="connsiteY18" fmla="*/ 297850 h 2740221"/>
              <a:gd name="connsiteX19" fmla="*/ 62548 w 3082749"/>
              <a:gd name="connsiteY19" fmla="*/ 381248 h 2740221"/>
              <a:gd name="connsiteX20" fmla="*/ 35742 w 3082749"/>
              <a:gd name="connsiteY20" fmla="*/ 422947 h 2740221"/>
              <a:gd name="connsiteX21" fmla="*/ 17871 w 3082749"/>
              <a:gd name="connsiteY21" fmla="*/ 473581 h 2740221"/>
              <a:gd name="connsiteX22" fmla="*/ 5957 w 3082749"/>
              <a:gd name="connsiteY22" fmla="*/ 583786 h 2740221"/>
              <a:gd name="connsiteX23" fmla="*/ 2978 w 3082749"/>
              <a:gd name="connsiteY23" fmla="*/ 753561 h 2740221"/>
              <a:gd name="connsiteX24" fmla="*/ 8935 w 3082749"/>
              <a:gd name="connsiteY24" fmla="*/ 956099 h 2740221"/>
              <a:gd name="connsiteX25" fmla="*/ 0 w 3082749"/>
              <a:gd name="connsiteY25" fmla="*/ 1122895 h 2740221"/>
              <a:gd name="connsiteX26" fmla="*/ 5957 w 3082749"/>
              <a:gd name="connsiteY26" fmla="*/ 1197357 h 2740221"/>
              <a:gd name="connsiteX27" fmla="*/ 8935 w 3082749"/>
              <a:gd name="connsiteY27" fmla="*/ 1361175 h 2740221"/>
              <a:gd name="connsiteX28" fmla="*/ 163817 w 3082749"/>
              <a:gd name="connsiteY28" fmla="*/ 2126650 h 2740221"/>
              <a:gd name="connsiteX29" fmla="*/ 1355218 w 3082749"/>
              <a:gd name="connsiteY29" fmla="*/ 2558533 h 2740221"/>
              <a:gd name="connsiteX30" fmla="*/ 1441595 w 3082749"/>
              <a:gd name="connsiteY30" fmla="*/ 2576404 h 2740221"/>
              <a:gd name="connsiteX31" fmla="*/ 2311317 w 3082749"/>
              <a:gd name="connsiteY31" fmla="*/ 2740221 h 2740221"/>
              <a:gd name="connsiteX32" fmla="*/ 2790856 w 3082749"/>
              <a:gd name="connsiteY32" fmla="*/ 2656823 h 2740221"/>
              <a:gd name="connsiteX33" fmla="*/ 2954674 w 3082749"/>
              <a:gd name="connsiteY33" fmla="*/ 2263661 h 2740221"/>
              <a:gd name="connsiteX34" fmla="*/ 2948717 w 3082749"/>
              <a:gd name="connsiteY34" fmla="*/ 2224940 h 2740221"/>
              <a:gd name="connsiteX35" fmla="*/ 3082749 w 3082749"/>
              <a:gd name="connsiteY35" fmla="*/ 1691789 h 2740221"/>
              <a:gd name="connsiteX36" fmla="*/ 2638952 w 3082749"/>
              <a:gd name="connsiteY36" fmla="*/ 994819 h 2740221"/>
              <a:gd name="connsiteX37" fmla="*/ 1992617 w 3082749"/>
              <a:gd name="connsiteY37" fmla="*/ 458689 h 2740221"/>
              <a:gd name="connsiteX38" fmla="*/ 1653068 w 3082749"/>
              <a:gd name="connsiteY38" fmla="*/ 163817 h 2740221"/>
              <a:gd name="connsiteX39" fmla="*/ 1524993 w 3082749"/>
              <a:gd name="connsiteY39" fmla="*/ 113183 h 274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82749" h="2740221">
                <a:moveTo>
                  <a:pt x="1524993" y="113183"/>
                </a:moveTo>
                <a:lnTo>
                  <a:pt x="1459466" y="98290"/>
                </a:lnTo>
                <a:lnTo>
                  <a:pt x="1393939" y="65527"/>
                </a:lnTo>
                <a:lnTo>
                  <a:pt x="1337347" y="38720"/>
                </a:lnTo>
                <a:lnTo>
                  <a:pt x="1265863" y="23828"/>
                </a:lnTo>
                <a:lnTo>
                  <a:pt x="1191401" y="8935"/>
                </a:lnTo>
                <a:lnTo>
                  <a:pt x="1102046" y="2978"/>
                </a:lnTo>
                <a:lnTo>
                  <a:pt x="1006733" y="2978"/>
                </a:lnTo>
                <a:lnTo>
                  <a:pt x="923335" y="2978"/>
                </a:lnTo>
                <a:lnTo>
                  <a:pt x="839937" y="8935"/>
                </a:lnTo>
                <a:lnTo>
                  <a:pt x="798238" y="29785"/>
                </a:lnTo>
                <a:lnTo>
                  <a:pt x="708883" y="17871"/>
                </a:lnTo>
                <a:lnTo>
                  <a:pt x="613571" y="14892"/>
                </a:lnTo>
                <a:lnTo>
                  <a:pt x="556980" y="0"/>
                </a:lnTo>
                <a:lnTo>
                  <a:pt x="464646" y="14892"/>
                </a:lnTo>
                <a:lnTo>
                  <a:pt x="378270" y="47656"/>
                </a:lnTo>
                <a:lnTo>
                  <a:pt x="279979" y="110204"/>
                </a:lnTo>
                <a:lnTo>
                  <a:pt x="178710" y="214452"/>
                </a:lnTo>
                <a:lnTo>
                  <a:pt x="119140" y="297850"/>
                </a:lnTo>
                <a:lnTo>
                  <a:pt x="62548" y="381248"/>
                </a:lnTo>
                <a:lnTo>
                  <a:pt x="35742" y="422947"/>
                </a:lnTo>
                <a:lnTo>
                  <a:pt x="17871" y="473581"/>
                </a:lnTo>
                <a:lnTo>
                  <a:pt x="5957" y="583786"/>
                </a:lnTo>
                <a:lnTo>
                  <a:pt x="2978" y="753561"/>
                </a:lnTo>
                <a:lnTo>
                  <a:pt x="8935" y="956099"/>
                </a:lnTo>
                <a:lnTo>
                  <a:pt x="0" y="1122895"/>
                </a:lnTo>
                <a:lnTo>
                  <a:pt x="5957" y="1197357"/>
                </a:lnTo>
                <a:cubicBezTo>
                  <a:pt x="6950" y="1251963"/>
                  <a:pt x="7942" y="1306569"/>
                  <a:pt x="8935" y="1361175"/>
                </a:cubicBezTo>
                <a:lnTo>
                  <a:pt x="163817" y="2126650"/>
                </a:lnTo>
                <a:lnTo>
                  <a:pt x="1355218" y="2558533"/>
                </a:lnTo>
                <a:lnTo>
                  <a:pt x="1441595" y="2576404"/>
                </a:lnTo>
                <a:lnTo>
                  <a:pt x="2311317" y="2740221"/>
                </a:lnTo>
                <a:lnTo>
                  <a:pt x="2790856" y="2656823"/>
                </a:lnTo>
                <a:lnTo>
                  <a:pt x="2954674" y="2263661"/>
                </a:lnTo>
                <a:cubicBezTo>
                  <a:pt x="2945515" y="2223972"/>
                  <a:pt x="2932492" y="2224940"/>
                  <a:pt x="2948717" y="2224940"/>
                </a:cubicBezTo>
                <a:lnTo>
                  <a:pt x="3082749" y="1691789"/>
                </a:lnTo>
                <a:lnTo>
                  <a:pt x="2638952" y="994819"/>
                </a:lnTo>
                <a:lnTo>
                  <a:pt x="1992617" y="458689"/>
                </a:lnTo>
                <a:lnTo>
                  <a:pt x="1653068" y="163817"/>
                </a:lnTo>
                <a:lnTo>
                  <a:pt x="1524993" y="113183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6FFE2FA-13A2-AB62-8424-B1CF5890036F}"/>
              </a:ext>
            </a:extLst>
          </p:cNvPr>
          <p:cNvSpPr/>
          <p:nvPr/>
        </p:nvSpPr>
        <p:spPr>
          <a:xfrm>
            <a:off x="7323161" y="1342433"/>
            <a:ext cx="2338767" cy="2775795"/>
          </a:xfrm>
          <a:custGeom>
            <a:avLst/>
            <a:gdLst>
              <a:gd name="connsiteX0" fmla="*/ 2001573 w 2773079"/>
              <a:gd name="connsiteY0" fmla="*/ 2810976 h 2938399"/>
              <a:gd name="connsiteX1" fmla="*/ 2117734 w 2773079"/>
              <a:gd name="connsiteY1" fmla="*/ 2724600 h 2938399"/>
              <a:gd name="connsiteX2" fmla="*/ 2147519 w 2773079"/>
              <a:gd name="connsiteY2" fmla="*/ 2694815 h 2938399"/>
              <a:gd name="connsiteX3" fmla="*/ 2198154 w 2773079"/>
              <a:gd name="connsiteY3" fmla="*/ 2644180 h 2938399"/>
              <a:gd name="connsiteX4" fmla="*/ 2287509 w 2773079"/>
              <a:gd name="connsiteY4" fmla="*/ 2560782 h 2938399"/>
              <a:gd name="connsiteX5" fmla="*/ 2361971 w 2773079"/>
              <a:gd name="connsiteY5" fmla="*/ 2492276 h 2938399"/>
              <a:gd name="connsiteX6" fmla="*/ 2451327 w 2773079"/>
              <a:gd name="connsiteY6" fmla="*/ 2399943 h 2938399"/>
              <a:gd name="connsiteX7" fmla="*/ 2531746 w 2773079"/>
              <a:gd name="connsiteY7" fmla="*/ 2313566 h 2938399"/>
              <a:gd name="connsiteX8" fmla="*/ 2638972 w 2773079"/>
              <a:gd name="connsiteY8" fmla="*/ 2218254 h 2938399"/>
              <a:gd name="connsiteX9" fmla="*/ 2713435 w 2773079"/>
              <a:gd name="connsiteY9" fmla="*/ 2114007 h 2938399"/>
              <a:gd name="connsiteX10" fmla="*/ 2764069 w 2773079"/>
              <a:gd name="connsiteY10" fmla="*/ 2015716 h 2938399"/>
              <a:gd name="connsiteX11" fmla="*/ 2773005 w 2773079"/>
              <a:gd name="connsiteY11" fmla="*/ 1956146 h 2938399"/>
              <a:gd name="connsiteX12" fmla="*/ 2767048 w 2773079"/>
              <a:gd name="connsiteY12" fmla="*/ 1854877 h 2938399"/>
              <a:gd name="connsiteX13" fmla="*/ 2746198 w 2773079"/>
              <a:gd name="connsiteY13" fmla="*/ 1705952 h 2938399"/>
              <a:gd name="connsiteX14" fmla="*/ 2722370 w 2773079"/>
              <a:gd name="connsiteY14" fmla="*/ 1562984 h 2938399"/>
              <a:gd name="connsiteX15" fmla="*/ 2668757 w 2773079"/>
              <a:gd name="connsiteY15" fmla="*/ 1408102 h 2938399"/>
              <a:gd name="connsiteX16" fmla="*/ 2597273 w 2773079"/>
              <a:gd name="connsiteY16" fmla="*/ 1271091 h 2938399"/>
              <a:gd name="connsiteX17" fmla="*/ 2513875 w 2773079"/>
              <a:gd name="connsiteY17" fmla="*/ 1131101 h 2938399"/>
              <a:gd name="connsiteX18" fmla="*/ 2427499 w 2773079"/>
              <a:gd name="connsiteY18" fmla="*/ 1026854 h 2938399"/>
              <a:gd name="connsiteX19" fmla="*/ 2332186 w 2773079"/>
              <a:gd name="connsiteY19" fmla="*/ 937499 h 2938399"/>
              <a:gd name="connsiteX20" fmla="*/ 2230917 w 2773079"/>
              <a:gd name="connsiteY20" fmla="*/ 848144 h 2938399"/>
              <a:gd name="connsiteX21" fmla="*/ 2150498 w 2773079"/>
              <a:gd name="connsiteY21" fmla="*/ 815380 h 2938399"/>
              <a:gd name="connsiteX22" fmla="*/ 2070078 w 2773079"/>
              <a:gd name="connsiteY22" fmla="*/ 782616 h 2938399"/>
              <a:gd name="connsiteX23" fmla="*/ 1971788 w 2773079"/>
              <a:gd name="connsiteY23" fmla="*/ 761767 h 2938399"/>
              <a:gd name="connsiteX24" fmla="*/ 1873497 w 2773079"/>
              <a:gd name="connsiteY24" fmla="*/ 711132 h 2938399"/>
              <a:gd name="connsiteX25" fmla="*/ 1775207 w 2773079"/>
              <a:gd name="connsiteY25" fmla="*/ 651562 h 2938399"/>
              <a:gd name="connsiteX26" fmla="*/ 1682873 w 2773079"/>
              <a:gd name="connsiteY26" fmla="*/ 574121 h 2938399"/>
              <a:gd name="connsiteX27" fmla="*/ 1617346 w 2773079"/>
              <a:gd name="connsiteY27" fmla="*/ 502637 h 2938399"/>
              <a:gd name="connsiteX28" fmla="*/ 1548841 w 2773079"/>
              <a:gd name="connsiteY28" fmla="*/ 428175 h 2938399"/>
              <a:gd name="connsiteX29" fmla="*/ 1483314 w 2773079"/>
              <a:gd name="connsiteY29" fmla="*/ 335841 h 2938399"/>
              <a:gd name="connsiteX30" fmla="*/ 1411829 w 2773079"/>
              <a:gd name="connsiteY30" fmla="*/ 267336 h 2938399"/>
              <a:gd name="connsiteX31" fmla="*/ 1307582 w 2773079"/>
              <a:gd name="connsiteY31" fmla="*/ 198830 h 2938399"/>
              <a:gd name="connsiteX32" fmla="*/ 1179506 w 2773079"/>
              <a:gd name="connsiteY32" fmla="*/ 130325 h 2938399"/>
              <a:gd name="connsiteX33" fmla="*/ 1069302 w 2773079"/>
              <a:gd name="connsiteY33" fmla="*/ 76712 h 2938399"/>
              <a:gd name="connsiteX34" fmla="*/ 956119 w 2773079"/>
              <a:gd name="connsiteY34" fmla="*/ 40970 h 2938399"/>
              <a:gd name="connsiteX35" fmla="*/ 860807 w 2773079"/>
              <a:gd name="connsiteY35" fmla="*/ 23099 h 2938399"/>
              <a:gd name="connsiteX36" fmla="*/ 729753 w 2773079"/>
              <a:gd name="connsiteY36" fmla="*/ 2249 h 2938399"/>
              <a:gd name="connsiteX37" fmla="*/ 619548 w 2773079"/>
              <a:gd name="connsiteY37" fmla="*/ 2249 h 2938399"/>
              <a:gd name="connsiteX38" fmla="*/ 452752 w 2773079"/>
              <a:gd name="connsiteY38" fmla="*/ 17142 h 2938399"/>
              <a:gd name="connsiteX39" fmla="*/ 315741 w 2773079"/>
              <a:gd name="connsiteY39" fmla="*/ 61819 h 2938399"/>
              <a:gd name="connsiteX40" fmla="*/ 232343 w 2773079"/>
              <a:gd name="connsiteY40" fmla="*/ 91604 h 2938399"/>
              <a:gd name="connsiteX41" fmla="*/ 145966 w 2773079"/>
              <a:gd name="connsiteY41" fmla="*/ 133303 h 2938399"/>
              <a:gd name="connsiteX42" fmla="*/ 92353 w 2773079"/>
              <a:gd name="connsiteY42" fmla="*/ 177981 h 2938399"/>
              <a:gd name="connsiteX43" fmla="*/ 59590 w 2773079"/>
              <a:gd name="connsiteY43" fmla="*/ 237551 h 2938399"/>
              <a:gd name="connsiteX44" fmla="*/ 17891 w 2773079"/>
              <a:gd name="connsiteY44" fmla="*/ 303078 h 2938399"/>
              <a:gd name="connsiteX45" fmla="*/ 20 w 2773079"/>
              <a:gd name="connsiteY45" fmla="*/ 326906 h 2938399"/>
              <a:gd name="connsiteX46" fmla="*/ 20869 w 2773079"/>
              <a:gd name="connsiteY46" fmla="*/ 353712 h 2938399"/>
              <a:gd name="connsiteX47" fmla="*/ 59590 w 2773079"/>
              <a:gd name="connsiteY47" fmla="*/ 437110 h 2938399"/>
              <a:gd name="connsiteX48" fmla="*/ 74482 w 2773079"/>
              <a:gd name="connsiteY48" fmla="*/ 502637 h 2938399"/>
              <a:gd name="connsiteX49" fmla="*/ 89375 w 2773079"/>
              <a:gd name="connsiteY49" fmla="*/ 541358 h 2938399"/>
              <a:gd name="connsiteX50" fmla="*/ 142988 w 2773079"/>
              <a:gd name="connsiteY50" fmla="*/ 606885 h 2938399"/>
              <a:gd name="connsiteX51" fmla="*/ 208515 w 2773079"/>
              <a:gd name="connsiteY51" fmla="*/ 681347 h 2938399"/>
              <a:gd name="connsiteX52" fmla="*/ 300848 w 2773079"/>
              <a:gd name="connsiteY52" fmla="*/ 800488 h 2938399"/>
              <a:gd name="connsiteX53" fmla="*/ 366375 w 2773079"/>
              <a:gd name="connsiteY53" fmla="*/ 913671 h 2938399"/>
              <a:gd name="connsiteX54" fmla="*/ 419988 w 2773079"/>
              <a:gd name="connsiteY54" fmla="*/ 1023875 h 2938399"/>
              <a:gd name="connsiteX55" fmla="*/ 446795 w 2773079"/>
              <a:gd name="connsiteY55" fmla="*/ 1122166 h 2938399"/>
              <a:gd name="connsiteX56" fmla="*/ 458709 w 2773079"/>
              <a:gd name="connsiteY56" fmla="*/ 1199607 h 2938399"/>
              <a:gd name="connsiteX57" fmla="*/ 485515 w 2773079"/>
              <a:gd name="connsiteY57" fmla="*/ 1280026 h 2938399"/>
              <a:gd name="connsiteX58" fmla="*/ 545086 w 2773079"/>
              <a:gd name="connsiteY58" fmla="*/ 1357467 h 2938399"/>
              <a:gd name="connsiteX59" fmla="*/ 625505 w 2773079"/>
              <a:gd name="connsiteY59" fmla="*/ 1425973 h 2938399"/>
              <a:gd name="connsiteX60" fmla="*/ 756559 w 2773079"/>
              <a:gd name="connsiteY60" fmla="*/ 1497457 h 2938399"/>
              <a:gd name="connsiteX61" fmla="*/ 872721 w 2773079"/>
              <a:gd name="connsiteY61" fmla="*/ 1580855 h 2938399"/>
              <a:gd name="connsiteX62" fmla="*/ 997818 w 2773079"/>
              <a:gd name="connsiteY62" fmla="*/ 1670210 h 2938399"/>
              <a:gd name="connsiteX63" fmla="*/ 1102065 w 2773079"/>
              <a:gd name="connsiteY63" fmla="*/ 1756587 h 2938399"/>
              <a:gd name="connsiteX64" fmla="*/ 1182485 w 2773079"/>
              <a:gd name="connsiteY64" fmla="*/ 1848920 h 2938399"/>
              <a:gd name="connsiteX65" fmla="*/ 1245033 w 2773079"/>
              <a:gd name="connsiteY65" fmla="*/ 1941254 h 2938399"/>
              <a:gd name="connsiteX66" fmla="*/ 1262904 w 2773079"/>
              <a:gd name="connsiteY66" fmla="*/ 2033587 h 2938399"/>
              <a:gd name="connsiteX67" fmla="*/ 1256947 w 2773079"/>
              <a:gd name="connsiteY67" fmla="*/ 2173577 h 2938399"/>
              <a:gd name="connsiteX68" fmla="*/ 1242055 w 2773079"/>
              <a:gd name="connsiteY68" fmla="*/ 2283781 h 2938399"/>
              <a:gd name="connsiteX69" fmla="*/ 1221205 w 2773079"/>
              <a:gd name="connsiteY69" fmla="*/ 2367179 h 2938399"/>
              <a:gd name="connsiteX70" fmla="*/ 1224184 w 2773079"/>
              <a:gd name="connsiteY70" fmla="*/ 2462491 h 2938399"/>
              <a:gd name="connsiteX71" fmla="*/ 1212270 w 2773079"/>
              <a:gd name="connsiteY71" fmla="*/ 2569717 h 2938399"/>
              <a:gd name="connsiteX72" fmla="*/ 1212270 w 2773079"/>
              <a:gd name="connsiteY72" fmla="*/ 2641202 h 2938399"/>
              <a:gd name="connsiteX73" fmla="*/ 1218227 w 2773079"/>
              <a:gd name="connsiteY73" fmla="*/ 2739492 h 2938399"/>
              <a:gd name="connsiteX74" fmla="*/ 1370130 w 2773079"/>
              <a:gd name="connsiteY74" fmla="*/ 2927138 h 2938399"/>
              <a:gd name="connsiteX75" fmla="*/ 1754357 w 2773079"/>
              <a:gd name="connsiteY75" fmla="*/ 2918202 h 2938399"/>
              <a:gd name="connsiteX76" fmla="*/ 1876476 w 2773079"/>
              <a:gd name="connsiteY76" fmla="*/ 2927138 h 2938399"/>
              <a:gd name="connsiteX77" fmla="*/ 2001573 w 2773079"/>
              <a:gd name="connsiteY77" fmla="*/ 2810976 h 293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2773079" h="2938399">
                <a:moveTo>
                  <a:pt x="2001573" y="2810976"/>
                </a:moveTo>
                <a:cubicBezTo>
                  <a:pt x="2041783" y="2777220"/>
                  <a:pt x="2093410" y="2743960"/>
                  <a:pt x="2117734" y="2724600"/>
                </a:cubicBezTo>
                <a:cubicBezTo>
                  <a:pt x="2142058" y="2705240"/>
                  <a:pt x="2147519" y="2694815"/>
                  <a:pt x="2147519" y="2694815"/>
                </a:cubicBezTo>
                <a:cubicBezTo>
                  <a:pt x="2160922" y="2681412"/>
                  <a:pt x="2174822" y="2666519"/>
                  <a:pt x="2198154" y="2644180"/>
                </a:cubicBezTo>
                <a:cubicBezTo>
                  <a:pt x="2221486" y="2621841"/>
                  <a:pt x="2287509" y="2560782"/>
                  <a:pt x="2287509" y="2560782"/>
                </a:cubicBezTo>
                <a:cubicBezTo>
                  <a:pt x="2314812" y="2535465"/>
                  <a:pt x="2334668" y="2519082"/>
                  <a:pt x="2361971" y="2492276"/>
                </a:cubicBezTo>
                <a:cubicBezTo>
                  <a:pt x="2389274" y="2465470"/>
                  <a:pt x="2423031" y="2429728"/>
                  <a:pt x="2451327" y="2399943"/>
                </a:cubicBezTo>
                <a:cubicBezTo>
                  <a:pt x="2479623" y="2370158"/>
                  <a:pt x="2500472" y="2343847"/>
                  <a:pt x="2531746" y="2313566"/>
                </a:cubicBezTo>
                <a:cubicBezTo>
                  <a:pt x="2563020" y="2283284"/>
                  <a:pt x="2608691" y="2251514"/>
                  <a:pt x="2638972" y="2218254"/>
                </a:cubicBezTo>
                <a:cubicBezTo>
                  <a:pt x="2669253" y="2184994"/>
                  <a:pt x="2692586" y="2147763"/>
                  <a:pt x="2713435" y="2114007"/>
                </a:cubicBezTo>
                <a:cubicBezTo>
                  <a:pt x="2734285" y="2080251"/>
                  <a:pt x="2754141" y="2042026"/>
                  <a:pt x="2764069" y="2015716"/>
                </a:cubicBezTo>
                <a:cubicBezTo>
                  <a:pt x="2773997" y="1989406"/>
                  <a:pt x="2772509" y="1982952"/>
                  <a:pt x="2773005" y="1956146"/>
                </a:cubicBezTo>
                <a:cubicBezTo>
                  <a:pt x="2773501" y="1929340"/>
                  <a:pt x="2771516" y="1896576"/>
                  <a:pt x="2767048" y="1854877"/>
                </a:cubicBezTo>
                <a:cubicBezTo>
                  <a:pt x="2762580" y="1813178"/>
                  <a:pt x="2753644" y="1754601"/>
                  <a:pt x="2746198" y="1705952"/>
                </a:cubicBezTo>
                <a:cubicBezTo>
                  <a:pt x="2738752" y="1657303"/>
                  <a:pt x="2735277" y="1612626"/>
                  <a:pt x="2722370" y="1562984"/>
                </a:cubicBezTo>
                <a:cubicBezTo>
                  <a:pt x="2709463" y="1513342"/>
                  <a:pt x="2689607" y="1456751"/>
                  <a:pt x="2668757" y="1408102"/>
                </a:cubicBezTo>
                <a:cubicBezTo>
                  <a:pt x="2647907" y="1359453"/>
                  <a:pt x="2623087" y="1317258"/>
                  <a:pt x="2597273" y="1271091"/>
                </a:cubicBezTo>
                <a:cubicBezTo>
                  <a:pt x="2571459" y="1224924"/>
                  <a:pt x="2542171" y="1171807"/>
                  <a:pt x="2513875" y="1131101"/>
                </a:cubicBezTo>
                <a:cubicBezTo>
                  <a:pt x="2485579" y="1090395"/>
                  <a:pt x="2457781" y="1059121"/>
                  <a:pt x="2427499" y="1026854"/>
                </a:cubicBezTo>
                <a:cubicBezTo>
                  <a:pt x="2397217" y="994587"/>
                  <a:pt x="2364950" y="967284"/>
                  <a:pt x="2332186" y="937499"/>
                </a:cubicBezTo>
                <a:cubicBezTo>
                  <a:pt x="2299422" y="907714"/>
                  <a:pt x="2261198" y="868497"/>
                  <a:pt x="2230917" y="848144"/>
                </a:cubicBezTo>
                <a:cubicBezTo>
                  <a:pt x="2200636" y="827791"/>
                  <a:pt x="2177304" y="826301"/>
                  <a:pt x="2150498" y="815380"/>
                </a:cubicBezTo>
                <a:cubicBezTo>
                  <a:pt x="2123692" y="804459"/>
                  <a:pt x="2099863" y="791551"/>
                  <a:pt x="2070078" y="782616"/>
                </a:cubicBezTo>
                <a:cubicBezTo>
                  <a:pt x="2040293" y="773681"/>
                  <a:pt x="2004551" y="773681"/>
                  <a:pt x="1971788" y="761767"/>
                </a:cubicBezTo>
                <a:cubicBezTo>
                  <a:pt x="1939025" y="749853"/>
                  <a:pt x="1906260" y="729499"/>
                  <a:pt x="1873497" y="711132"/>
                </a:cubicBezTo>
                <a:cubicBezTo>
                  <a:pt x="1840734" y="692765"/>
                  <a:pt x="1806978" y="674397"/>
                  <a:pt x="1775207" y="651562"/>
                </a:cubicBezTo>
                <a:cubicBezTo>
                  <a:pt x="1743436" y="628727"/>
                  <a:pt x="1709183" y="598942"/>
                  <a:pt x="1682873" y="574121"/>
                </a:cubicBezTo>
                <a:cubicBezTo>
                  <a:pt x="1656563" y="549300"/>
                  <a:pt x="1639685" y="526961"/>
                  <a:pt x="1617346" y="502637"/>
                </a:cubicBezTo>
                <a:cubicBezTo>
                  <a:pt x="1595007" y="478313"/>
                  <a:pt x="1571180" y="455974"/>
                  <a:pt x="1548841" y="428175"/>
                </a:cubicBezTo>
                <a:cubicBezTo>
                  <a:pt x="1526502" y="400376"/>
                  <a:pt x="1506149" y="362647"/>
                  <a:pt x="1483314" y="335841"/>
                </a:cubicBezTo>
                <a:cubicBezTo>
                  <a:pt x="1460479" y="309035"/>
                  <a:pt x="1441118" y="290171"/>
                  <a:pt x="1411829" y="267336"/>
                </a:cubicBezTo>
                <a:cubicBezTo>
                  <a:pt x="1382540" y="244501"/>
                  <a:pt x="1346303" y="221665"/>
                  <a:pt x="1307582" y="198830"/>
                </a:cubicBezTo>
                <a:cubicBezTo>
                  <a:pt x="1268861" y="175995"/>
                  <a:pt x="1219219" y="150678"/>
                  <a:pt x="1179506" y="130325"/>
                </a:cubicBezTo>
                <a:cubicBezTo>
                  <a:pt x="1139793" y="109972"/>
                  <a:pt x="1106533" y="91604"/>
                  <a:pt x="1069302" y="76712"/>
                </a:cubicBezTo>
                <a:cubicBezTo>
                  <a:pt x="1032071" y="61820"/>
                  <a:pt x="990868" y="49905"/>
                  <a:pt x="956119" y="40970"/>
                </a:cubicBezTo>
                <a:cubicBezTo>
                  <a:pt x="921370" y="32035"/>
                  <a:pt x="898535" y="29552"/>
                  <a:pt x="860807" y="23099"/>
                </a:cubicBezTo>
                <a:cubicBezTo>
                  <a:pt x="823079" y="16646"/>
                  <a:pt x="769963" y="5724"/>
                  <a:pt x="729753" y="2249"/>
                </a:cubicBezTo>
                <a:cubicBezTo>
                  <a:pt x="689543" y="-1226"/>
                  <a:pt x="665715" y="-233"/>
                  <a:pt x="619548" y="2249"/>
                </a:cubicBezTo>
                <a:cubicBezTo>
                  <a:pt x="573381" y="4731"/>
                  <a:pt x="503386" y="7214"/>
                  <a:pt x="452752" y="17142"/>
                </a:cubicBezTo>
                <a:cubicBezTo>
                  <a:pt x="402117" y="27070"/>
                  <a:pt x="352476" y="49409"/>
                  <a:pt x="315741" y="61819"/>
                </a:cubicBezTo>
                <a:cubicBezTo>
                  <a:pt x="279006" y="74229"/>
                  <a:pt x="260639" y="79690"/>
                  <a:pt x="232343" y="91604"/>
                </a:cubicBezTo>
                <a:cubicBezTo>
                  <a:pt x="204047" y="103518"/>
                  <a:pt x="169298" y="118907"/>
                  <a:pt x="145966" y="133303"/>
                </a:cubicBezTo>
                <a:cubicBezTo>
                  <a:pt x="122634" y="147699"/>
                  <a:pt x="106749" y="160606"/>
                  <a:pt x="92353" y="177981"/>
                </a:cubicBezTo>
                <a:cubicBezTo>
                  <a:pt x="77957" y="195356"/>
                  <a:pt x="72000" y="216702"/>
                  <a:pt x="59590" y="237551"/>
                </a:cubicBezTo>
                <a:cubicBezTo>
                  <a:pt x="47180" y="258400"/>
                  <a:pt x="27819" y="288185"/>
                  <a:pt x="17891" y="303078"/>
                </a:cubicBezTo>
                <a:cubicBezTo>
                  <a:pt x="7963" y="317970"/>
                  <a:pt x="-476" y="318467"/>
                  <a:pt x="20" y="326906"/>
                </a:cubicBezTo>
                <a:cubicBezTo>
                  <a:pt x="516" y="335345"/>
                  <a:pt x="10941" y="335345"/>
                  <a:pt x="20869" y="353712"/>
                </a:cubicBezTo>
                <a:cubicBezTo>
                  <a:pt x="30797" y="372079"/>
                  <a:pt x="50655" y="412289"/>
                  <a:pt x="59590" y="437110"/>
                </a:cubicBezTo>
                <a:cubicBezTo>
                  <a:pt x="68525" y="461931"/>
                  <a:pt x="69518" y="485262"/>
                  <a:pt x="74482" y="502637"/>
                </a:cubicBezTo>
                <a:cubicBezTo>
                  <a:pt x="79446" y="520012"/>
                  <a:pt x="77957" y="523983"/>
                  <a:pt x="89375" y="541358"/>
                </a:cubicBezTo>
                <a:cubicBezTo>
                  <a:pt x="100793" y="558733"/>
                  <a:pt x="123131" y="583554"/>
                  <a:pt x="142988" y="606885"/>
                </a:cubicBezTo>
                <a:cubicBezTo>
                  <a:pt x="162845" y="630216"/>
                  <a:pt x="182205" y="649080"/>
                  <a:pt x="208515" y="681347"/>
                </a:cubicBezTo>
                <a:cubicBezTo>
                  <a:pt x="234825" y="713614"/>
                  <a:pt x="274538" y="761767"/>
                  <a:pt x="300848" y="800488"/>
                </a:cubicBezTo>
                <a:cubicBezTo>
                  <a:pt x="327158" y="839209"/>
                  <a:pt x="346518" y="876440"/>
                  <a:pt x="366375" y="913671"/>
                </a:cubicBezTo>
                <a:cubicBezTo>
                  <a:pt x="386232" y="950902"/>
                  <a:pt x="406585" y="989126"/>
                  <a:pt x="419988" y="1023875"/>
                </a:cubicBezTo>
                <a:cubicBezTo>
                  <a:pt x="433391" y="1058624"/>
                  <a:pt x="440341" y="1092877"/>
                  <a:pt x="446795" y="1122166"/>
                </a:cubicBezTo>
                <a:cubicBezTo>
                  <a:pt x="453248" y="1151455"/>
                  <a:pt x="452256" y="1173297"/>
                  <a:pt x="458709" y="1199607"/>
                </a:cubicBezTo>
                <a:cubicBezTo>
                  <a:pt x="465162" y="1225917"/>
                  <a:pt x="471119" y="1253716"/>
                  <a:pt x="485515" y="1280026"/>
                </a:cubicBezTo>
                <a:cubicBezTo>
                  <a:pt x="499911" y="1306336"/>
                  <a:pt x="521754" y="1333143"/>
                  <a:pt x="545086" y="1357467"/>
                </a:cubicBezTo>
                <a:cubicBezTo>
                  <a:pt x="568418" y="1381791"/>
                  <a:pt x="590260" y="1402641"/>
                  <a:pt x="625505" y="1425973"/>
                </a:cubicBezTo>
                <a:cubicBezTo>
                  <a:pt x="660750" y="1449305"/>
                  <a:pt x="715356" y="1471643"/>
                  <a:pt x="756559" y="1497457"/>
                </a:cubicBezTo>
                <a:cubicBezTo>
                  <a:pt x="797762" y="1523271"/>
                  <a:pt x="872721" y="1580855"/>
                  <a:pt x="872721" y="1580855"/>
                </a:cubicBezTo>
                <a:cubicBezTo>
                  <a:pt x="912931" y="1609647"/>
                  <a:pt x="959594" y="1640921"/>
                  <a:pt x="997818" y="1670210"/>
                </a:cubicBezTo>
                <a:cubicBezTo>
                  <a:pt x="1036042" y="1699499"/>
                  <a:pt x="1071287" y="1726802"/>
                  <a:pt x="1102065" y="1756587"/>
                </a:cubicBezTo>
                <a:cubicBezTo>
                  <a:pt x="1132843" y="1786372"/>
                  <a:pt x="1158657" y="1818142"/>
                  <a:pt x="1182485" y="1848920"/>
                </a:cubicBezTo>
                <a:cubicBezTo>
                  <a:pt x="1206313" y="1879698"/>
                  <a:pt x="1231630" y="1910476"/>
                  <a:pt x="1245033" y="1941254"/>
                </a:cubicBezTo>
                <a:cubicBezTo>
                  <a:pt x="1258436" y="1972032"/>
                  <a:pt x="1260918" y="1994867"/>
                  <a:pt x="1262904" y="2033587"/>
                </a:cubicBezTo>
                <a:cubicBezTo>
                  <a:pt x="1264890" y="2072307"/>
                  <a:pt x="1260422" y="2131878"/>
                  <a:pt x="1256947" y="2173577"/>
                </a:cubicBezTo>
                <a:cubicBezTo>
                  <a:pt x="1253472" y="2215276"/>
                  <a:pt x="1248012" y="2251514"/>
                  <a:pt x="1242055" y="2283781"/>
                </a:cubicBezTo>
                <a:cubicBezTo>
                  <a:pt x="1236098" y="2316048"/>
                  <a:pt x="1224183" y="2337394"/>
                  <a:pt x="1221205" y="2367179"/>
                </a:cubicBezTo>
                <a:cubicBezTo>
                  <a:pt x="1218227" y="2396964"/>
                  <a:pt x="1225673" y="2428735"/>
                  <a:pt x="1224184" y="2462491"/>
                </a:cubicBezTo>
                <a:cubicBezTo>
                  <a:pt x="1222695" y="2496247"/>
                  <a:pt x="1214256" y="2539932"/>
                  <a:pt x="1212270" y="2569717"/>
                </a:cubicBezTo>
                <a:cubicBezTo>
                  <a:pt x="1210284" y="2599502"/>
                  <a:pt x="1211277" y="2612906"/>
                  <a:pt x="1212270" y="2641202"/>
                </a:cubicBezTo>
                <a:cubicBezTo>
                  <a:pt x="1213263" y="2669498"/>
                  <a:pt x="1191917" y="2691836"/>
                  <a:pt x="1218227" y="2739492"/>
                </a:cubicBezTo>
                <a:cubicBezTo>
                  <a:pt x="1244537" y="2787148"/>
                  <a:pt x="1280775" y="2897353"/>
                  <a:pt x="1370130" y="2927138"/>
                </a:cubicBezTo>
                <a:cubicBezTo>
                  <a:pt x="1459485" y="2956923"/>
                  <a:pt x="1669966" y="2918202"/>
                  <a:pt x="1754357" y="2918202"/>
                </a:cubicBezTo>
                <a:cubicBezTo>
                  <a:pt x="1838748" y="2918202"/>
                  <a:pt x="1833784" y="2943023"/>
                  <a:pt x="1876476" y="2927138"/>
                </a:cubicBezTo>
                <a:cubicBezTo>
                  <a:pt x="1919168" y="2911253"/>
                  <a:pt x="1961363" y="2844732"/>
                  <a:pt x="2001573" y="2810976"/>
                </a:cubicBez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46F84E8-0E67-A157-C146-7E4FC1F86C8E}"/>
              </a:ext>
            </a:extLst>
          </p:cNvPr>
          <p:cNvSpPr/>
          <p:nvPr/>
        </p:nvSpPr>
        <p:spPr>
          <a:xfrm>
            <a:off x="4843894" y="2679549"/>
            <a:ext cx="3110252" cy="2563569"/>
          </a:xfrm>
          <a:custGeom>
            <a:avLst/>
            <a:gdLst>
              <a:gd name="connsiteX0" fmla="*/ 3300908 w 3687831"/>
              <a:gd name="connsiteY0" fmla="*/ 1372286 h 2678727"/>
              <a:gd name="connsiteX1" fmla="*/ 3248154 w 3687831"/>
              <a:gd name="connsiteY1" fmla="*/ 1301948 h 2678727"/>
              <a:gd name="connsiteX2" fmla="*/ 3215497 w 3687831"/>
              <a:gd name="connsiteY2" fmla="*/ 1251706 h 2678727"/>
              <a:gd name="connsiteX3" fmla="*/ 3162743 w 3687831"/>
              <a:gd name="connsiteY3" fmla="*/ 1201464 h 2678727"/>
              <a:gd name="connsiteX4" fmla="*/ 3082356 w 3687831"/>
              <a:gd name="connsiteY4" fmla="*/ 1126102 h 2678727"/>
              <a:gd name="connsiteX5" fmla="*/ 2954240 w 3687831"/>
              <a:gd name="connsiteY5" fmla="*/ 1038179 h 2678727"/>
              <a:gd name="connsiteX6" fmla="*/ 2871341 w 3687831"/>
              <a:gd name="connsiteY6" fmla="*/ 972864 h 2678727"/>
              <a:gd name="connsiteX7" fmla="*/ 2750761 w 3687831"/>
              <a:gd name="connsiteY7" fmla="*/ 887453 h 2678727"/>
              <a:gd name="connsiteX8" fmla="*/ 2589987 w 3687831"/>
              <a:gd name="connsiteY8" fmla="*/ 781946 h 2678727"/>
              <a:gd name="connsiteX9" fmla="*/ 2492016 w 3687831"/>
              <a:gd name="connsiteY9" fmla="*/ 731704 h 2678727"/>
              <a:gd name="connsiteX10" fmla="*/ 2378972 w 3687831"/>
              <a:gd name="connsiteY10" fmla="*/ 658853 h 2678727"/>
              <a:gd name="connsiteX11" fmla="*/ 2283513 w 3687831"/>
              <a:gd name="connsiteY11" fmla="*/ 570930 h 2678727"/>
              <a:gd name="connsiteX12" fmla="*/ 2200614 w 3687831"/>
              <a:gd name="connsiteY12" fmla="*/ 493056 h 2678727"/>
              <a:gd name="connsiteX13" fmla="*/ 2147860 w 3687831"/>
              <a:gd name="connsiteY13" fmla="*/ 432766 h 2678727"/>
              <a:gd name="connsiteX14" fmla="*/ 2097618 w 3687831"/>
              <a:gd name="connsiteY14" fmla="*/ 395084 h 2678727"/>
              <a:gd name="connsiteX15" fmla="*/ 2042352 w 3687831"/>
              <a:gd name="connsiteY15" fmla="*/ 374988 h 2678727"/>
              <a:gd name="connsiteX16" fmla="*/ 1974526 w 3687831"/>
              <a:gd name="connsiteY16" fmla="*/ 347355 h 2678727"/>
              <a:gd name="connsiteX17" fmla="*/ 1911723 w 3687831"/>
              <a:gd name="connsiteY17" fmla="*/ 309673 h 2678727"/>
              <a:gd name="connsiteX18" fmla="*/ 1836361 w 3687831"/>
              <a:gd name="connsiteY18" fmla="*/ 231799 h 2678727"/>
              <a:gd name="connsiteX19" fmla="*/ 1748438 w 3687831"/>
              <a:gd name="connsiteY19" fmla="*/ 161460 h 2678727"/>
              <a:gd name="connsiteX20" fmla="*/ 1710756 w 3687831"/>
              <a:gd name="connsiteY20" fmla="*/ 113730 h 2678727"/>
              <a:gd name="connsiteX21" fmla="*/ 1635394 w 3687831"/>
              <a:gd name="connsiteY21" fmla="*/ 81073 h 2678727"/>
              <a:gd name="connsiteX22" fmla="*/ 1547471 w 3687831"/>
              <a:gd name="connsiteY22" fmla="*/ 40880 h 2678727"/>
              <a:gd name="connsiteX23" fmla="*/ 1492205 w 3687831"/>
              <a:gd name="connsiteY23" fmla="*/ 13247 h 2678727"/>
              <a:gd name="connsiteX24" fmla="*/ 1457036 w 3687831"/>
              <a:gd name="connsiteY24" fmla="*/ 3199 h 2678727"/>
              <a:gd name="connsiteX25" fmla="*/ 1424378 w 3687831"/>
              <a:gd name="connsiteY25" fmla="*/ 68513 h 2678727"/>
              <a:gd name="connsiteX26" fmla="*/ 1379161 w 3687831"/>
              <a:gd name="connsiteY26" fmla="*/ 158948 h 2678727"/>
              <a:gd name="connsiteX27" fmla="*/ 1308822 w 3687831"/>
              <a:gd name="connsiteY27" fmla="*/ 274504 h 2678727"/>
              <a:gd name="connsiteX28" fmla="*/ 1233460 w 3687831"/>
              <a:gd name="connsiteY28" fmla="*/ 427741 h 2678727"/>
              <a:gd name="connsiteX29" fmla="*/ 1163121 w 3687831"/>
              <a:gd name="connsiteY29" fmla="*/ 570930 h 2678727"/>
              <a:gd name="connsiteX30" fmla="*/ 1112880 w 3687831"/>
              <a:gd name="connsiteY30" fmla="*/ 661366 h 2678727"/>
              <a:gd name="connsiteX31" fmla="*/ 1050077 w 3687831"/>
              <a:gd name="connsiteY31" fmla="*/ 769385 h 2678727"/>
              <a:gd name="connsiteX32" fmla="*/ 1009884 w 3687831"/>
              <a:gd name="connsiteY32" fmla="*/ 839724 h 2678727"/>
              <a:gd name="connsiteX33" fmla="*/ 932009 w 3687831"/>
              <a:gd name="connsiteY33" fmla="*/ 877405 h 2678727"/>
              <a:gd name="connsiteX34" fmla="*/ 793844 w 3687831"/>
              <a:gd name="connsiteY34" fmla="*/ 917599 h 2678727"/>
              <a:gd name="connsiteX35" fmla="*/ 635583 w 3687831"/>
              <a:gd name="connsiteY35" fmla="*/ 970352 h 2678727"/>
              <a:gd name="connsiteX36" fmla="*/ 540123 w 3687831"/>
              <a:gd name="connsiteY36" fmla="*/ 997985 h 2678727"/>
              <a:gd name="connsiteX37" fmla="*/ 457225 w 3687831"/>
              <a:gd name="connsiteY37" fmla="*/ 1028130 h 2678727"/>
              <a:gd name="connsiteX38" fmla="*/ 401959 w 3687831"/>
              <a:gd name="connsiteY38" fmla="*/ 1063300 h 2678727"/>
              <a:gd name="connsiteX39" fmla="*/ 344181 w 3687831"/>
              <a:gd name="connsiteY39" fmla="*/ 1126102 h 2678727"/>
              <a:gd name="connsiteX40" fmla="*/ 291427 w 3687831"/>
              <a:gd name="connsiteY40" fmla="*/ 1191416 h 2678727"/>
              <a:gd name="connsiteX41" fmla="*/ 211040 w 3687831"/>
              <a:gd name="connsiteY41" fmla="*/ 1274315 h 2678727"/>
              <a:gd name="connsiteX42" fmla="*/ 125629 w 3687831"/>
              <a:gd name="connsiteY42" fmla="*/ 1354702 h 2678727"/>
              <a:gd name="connsiteX43" fmla="*/ 52778 w 3687831"/>
              <a:gd name="connsiteY43" fmla="*/ 1435089 h 2678727"/>
              <a:gd name="connsiteX44" fmla="*/ 25 w 3687831"/>
              <a:gd name="connsiteY44" fmla="*/ 1482818 h 2678727"/>
              <a:gd name="connsiteX45" fmla="*/ 45242 w 3687831"/>
              <a:gd name="connsiteY45" fmla="*/ 1515475 h 2678727"/>
              <a:gd name="connsiteX46" fmla="*/ 123117 w 3687831"/>
              <a:gd name="connsiteY46" fmla="*/ 1570741 h 2678727"/>
              <a:gd name="connsiteX47" fmla="*/ 213552 w 3687831"/>
              <a:gd name="connsiteY47" fmla="*/ 1620983 h 2678727"/>
              <a:gd name="connsiteX48" fmla="*/ 374326 w 3687831"/>
              <a:gd name="connsiteY48" fmla="*/ 1696346 h 2678727"/>
              <a:gd name="connsiteX49" fmla="*/ 547660 w 3687831"/>
              <a:gd name="connsiteY49" fmla="*/ 1776733 h 2678727"/>
              <a:gd name="connsiteX50" fmla="*/ 710945 w 3687831"/>
              <a:gd name="connsiteY50" fmla="*/ 1847071 h 2678727"/>
              <a:gd name="connsiteX51" fmla="*/ 851622 w 3687831"/>
              <a:gd name="connsiteY51" fmla="*/ 1902337 h 2678727"/>
              <a:gd name="connsiteX52" fmla="*/ 974715 w 3687831"/>
              <a:gd name="connsiteY52" fmla="*/ 1945042 h 2678727"/>
              <a:gd name="connsiteX53" fmla="*/ 1170658 w 3687831"/>
              <a:gd name="connsiteY53" fmla="*/ 2020405 h 2678727"/>
              <a:gd name="connsiteX54" fmla="*/ 1343992 w 3687831"/>
              <a:gd name="connsiteY54" fmla="*/ 2063111 h 2678727"/>
              <a:gd name="connsiteX55" fmla="*/ 1457036 w 3687831"/>
              <a:gd name="connsiteY55" fmla="*/ 2093256 h 2678727"/>
              <a:gd name="connsiteX56" fmla="*/ 1557519 w 3687831"/>
              <a:gd name="connsiteY56" fmla="*/ 2103304 h 2678727"/>
              <a:gd name="connsiteX57" fmla="*/ 1665539 w 3687831"/>
              <a:gd name="connsiteY57" fmla="*/ 2108328 h 2678727"/>
              <a:gd name="connsiteX58" fmla="*/ 1755974 w 3687831"/>
              <a:gd name="connsiteY58" fmla="*/ 2088231 h 2678727"/>
              <a:gd name="connsiteX59" fmla="*/ 1861482 w 3687831"/>
              <a:gd name="connsiteY59" fmla="*/ 2060599 h 2678727"/>
              <a:gd name="connsiteX60" fmla="*/ 1969502 w 3687831"/>
              <a:gd name="connsiteY60" fmla="*/ 2068135 h 2678727"/>
              <a:gd name="connsiteX61" fmla="*/ 2092594 w 3687831"/>
              <a:gd name="connsiteY61" fmla="*/ 2095768 h 2678727"/>
              <a:gd name="connsiteX62" fmla="*/ 2185541 w 3687831"/>
              <a:gd name="connsiteY62" fmla="*/ 2133449 h 2678727"/>
              <a:gd name="connsiteX63" fmla="*/ 2248343 w 3687831"/>
              <a:gd name="connsiteY63" fmla="*/ 2158570 h 2678727"/>
              <a:gd name="connsiteX64" fmla="*/ 2404093 w 3687831"/>
              <a:gd name="connsiteY64" fmla="*/ 2470069 h 2678727"/>
              <a:gd name="connsiteX65" fmla="*/ 2600036 w 3687831"/>
              <a:gd name="connsiteY65" fmla="*/ 2595673 h 2678727"/>
              <a:gd name="connsiteX66" fmla="*/ 3054723 w 3687831"/>
              <a:gd name="connsiteY66" fmla="*/ 2678572 h 2678727"/>
              <a:gd name="connsiteX67" fmla="*/ 3418976 w 3687831"/>
              <a:gd name="connsiteY67" fmla="*/ 2575577 h 2678727"/>
              <a:gd name="connsiteX68" fmla="*/ 3685258 w 3687831"/>
              <a:gd name="connsiteY68" fmla="*/ 2070647 h 2678727"/>
              <a:gd name="connsiteX69" fmla="*/ 3544581 w 3687831"/>
              <a:gd name="connsiteY69" fmla="*/ 1696346 h 2678727"/>
              <a:gd name="connsiteX70" fmla="*/ 3388831 w 3687831"/>
              <a:gd name="connsiteY70" fmla="*/ 1442625 h 2678727"/>
              <a:gd name="connsiteX71" fmla="*/ 3300908 w 3687831"/>
              <a:gd name="connsiteY71" fmla="*/ 1372286 h 2678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687831" h="2678727">
                <a:moveTo>
                  <a:pt x="3300908" y="1372286"/>
                </a:moveTo>
                <a:cubicBezTo>
                  <a:pt x="3277462" y="1348840"/>
                  <a:pt x="3262389" y="1322045"/>
                  <a:pt x="3248154" y="1301948"/>
                </a:cubicBezTo>
                <a:cubicBezTo>
                  <a:pt x="3233919" y="1281851"/>
                  <a:pt x="3229732" y="1268453"/>
                  <a:pt x="3215497" y="1251706"/>
                </a:cubicBezTo>
                <a:cubicBezTo>
                  <a:pt x="3201262" y="1234959"/>
                  <a:pt x="3162743" y="1201464"/>
                  <a:pt x="3162743" y="1201464"/>
                </a:cubicBezTo>
                <a:cubicBezTo>
                  <a:pt x="3140553" y="1180530"/>
                  <a:pt x="3117106" y="1153316"/>
                  <a:pt x="3082356" y="1126102"/>
                </a:cubicBezTo>
                <a:cubicBezTo>
                  <a:pt x="3047605" y="1098888"/>
                  <a:pt x="2989409" y="1063719"/>
                  <a:pt x="2954240" y="1038179"/>
                </a:cubicBezTo>
                <a:cubicBezTo>
                  <a:pt x="2919071" y="1012639"/>
                  <a:pt x="2905254" y="997985"/>
                  <a:pt x="2871341" y="972864"/>
                </a:cubicBezTo>
                <a:cubicBezTo>
                  <a:pt x="2837428" y="947743"/>
                  <a:pt x="2797653" y="919273"/>
                  <a:pt x="2750761" y="887453"/>
                </a:cubicBezTo>
                <a:cubicBezTo>
                  <a:pt x="2703869" y="855633"/>
                  <a:pt x="2589987" y="781946"/>
                  <a:pt x="2589987" y="781946"/>
                </a:cubicBezTo>
                <a:cubicBezTo>
                  <a:pt x="2546863" y="755988"/>
                  <a:pt x="2527185" y="752219"/>
                  <a:pt x="2492016" y="731704"/>
                </a:cubicBezTo>
                <a:cubicBezTo>
                  <a:pt x="2456847" y="711188"/>
                  <a:pt x="2413722" y="685649"/>
                  <a:pt x="2378972" y="658853"/>
                </a:cubicBezTo>
                <a:cubicBezTo>
                  <a:pt x="2344222" y="632057"/>
                  <a:pt x="2283513" y="570930"/>
                  <a:pt x="2283513" y="570930"/>
                </a:cubicBezTo>
                <a:cubicBezTo>
                  <a:pt x="2253787" y="543297"/>
                  <a:pt x="2223223" y="516083"/>
                  <a:pt x="2200614" y="493056"/>
                </a:cubicBezTo>
                <a:cubicBezTo>
                  <a:pt x="2178005" y="470029"/>
                  <a:pt x="2165026" y="449095"/>
                  <a:pt x="2147860" y="432766"/>
                </a:cubicBezTo>
                <a:cubicBezTo>
                  <a:pt x="2130694" y="416437"/>
                  <a:pt x="2115203" y="404714"/>
                  <a:pt x="2097618" y="395084"/>
                </a:cubicBezTo>
                <a:cubicBezTo>
                  <a:pt x="2080033" y="385454"/>
                  <a:pt x="2062867" y="382943"/>
                  <a:pt x="2042352" y="374988"/>
                </a:cubicBezTo>
                <a:cubicBezTo>
                  <a:pt x="2021837" y="367033"/>
                  <a:pt x="1996297" y="358241"/>
                  <a:pt x="1974526" y="347355"/>
                </a:cubicBezTo>
                <a:cubicBezTo>
                  <a:pt x="1952755" y="336469"/>
                  <a:pt x="1934750" y="328932"/>
                  <a:pt x="1911723" y="309673"/>
                </a:cubicBezTo>
                <a:cubicBezTo>
                  <a:pt x="1888695" y="290414"/>
                  <a:pt x="1863575" y="256501"/>
                  <a:pt x="1836361" y="231799"/>
                </a:cubicBezTo>
                <a:cubicBezTo>
                  <a:pt x="1809147" y="207097"/>
                  <a:pt x="1769372" y="181138"/>
                  <a:pt x="1748438" y="161460"/>
                </a:cubicBezTo>
                <a:cubicBezTo>
                  <a:pt x="1727504" y="141782"/>
                  <a:pt x="1729597" y="127128"/>
                  <a:pt x="1710756" y="113730"/>
                </a:cubicBezTo>
                <a:cubicBezTo>
                  <a:pt x="1691915" y="100332"/>
                  <a:pt x="1662608" y="93215"/>
                  <a:pt x="1635394" y="81073"/>
                </a:cubicBezTo>
                <a:cubicBezTo>
                  <a:pt x="1608180" y="68931"/>
                  <a:pt x="1571336" y="52184"/>
                  <a:pt x="1547471" y="40880"/>
                </a:cubicBezTo>
                <a:cubicBezTo>
                  <a:pt x="1523606" y="29576"/>
                  <a:pt x="1507277" y="19527"/>
                  <a:pt x="1492205" y="13247"/>
                </a:cubicBezTo>
                <a:cubicBezTo>
                  <a:pt x="1477133" y="6967"/>
                  <a:pt x="1468340" y="-6012"/>
                  <a:pt x="1457036" y="3199"/>
                </a:cubicBezTo>
                <a:cubicBezTo>
                  <a:pt x="1445732" y="12410"/>
                  <a:pt x="1437357" y="42555"/>
                  <a:pt x="1424378" y="68513"/>
                </a:cubicBezTo>
                <a:cubicBezTo>
                  <a:pt x="1411399" y="94471"/>
                  <a:pt x="1398420" y="124616"/>
                  <a:pt x="1379161" y="158948"/>
                </a:cubicBezTo>
                <a:cubicBezTo>
                  <a:pt x="1359902" y="193280"/>
                  <a:pt x="1333105" y="229705"/>
                  <a:pt x="1308822" y="274504"/>
                </a:cubicBezTo>
                <a:cubicBezTo>
                  <a:pt x="1284539" y="319303"/>
                  <a:pt x="1233460" y="427741"/>
                  <a:pt x="1233460" y="427741"/>
                </a:cubicBezTo>
                <a:cubicBezTo>
                  <a:pt x="1209177" y="477145"/>
                  <a:pt x="1183218" y="531992"/>
                  <a:pt x="1163121" y="570930"/>
                </a:cubicBezTo>
                <a:cubicBezTo>
                  <a:pt x="1143024" y="609867"/>
                  <a:pt x="1131721" y="628290"/>
                  <a:pt x="1112880" y="661366"/>
                </a:cubicBezTo>
                <a:cubicBezTo>
                  <a:pt x="1094039" y="694442"/>
                  <a:pt x="1067243" y="739659"/>
                  <a:pt x="1050077" y="769385"/>
                </a:cubicBezTo>
                <a:cubicBezTo>
                  <a:pt x="1032911" y="799111"/>
                  <a:pt x="1029562" y="821721"/>
                  <a:pt x="1009884" y="839724"/>
                </a:cubicBezTo>
                <a:cubicBezTo>
                  <a:pt x="990206" y="857727"/>
                  <a:pt x="968016" y="864426"/>
                  <a:pt x="932009" y="877405"/>
                </a:cubicBezTo>
                <a:cubicBezTo>
                  <a:pt x="896002" y="890384"/>
                  <a:pt x="843248" y="902108"/>
                  <a:pt x="793844" y="917599"/>
                </a:cubicBezTo>
                <a:cubicBezTo>
                  <a:pt x="744440" y="933090"/>
                  <a:pt x="677870" y="956954"/>
                  <a:pt x="635583" y="970352"/>
                </a:cubicBezTo>
                <a:cubicBezTo>
                  <a:pt x="593296" y="983750"/>
                  <a:pt x="569849" y="988355"/>
                  <a:pt x="540123" y="997985"/>
                </a:cubicBezTo>
                <a:cubicBezTo>
                  <a:pt x="510397" y="1007615"/>
                  <a:pt x="480252" y="1017244"/>
                  <a:pt x="457225" y="1028130"/>
                </a:cubicBezTo>
                <a:cubicBezTo>
                  <a:pt x="434198" y="1039016"/>
                  <a:pt x="420800" y="1046971"/>
                  <a:pt x="401959" y="1063300"/>
                </a:cubicBezTo>
                <a:cubicBezTo>
                  <a:pt x="383118" y="1079629"/>
                  <a:pt x="362603" y="1104749"/>
                  <a:pt x="344181" y="1126102"/>
                </a:cubicBezTo>
                <a:cubicBezTo>
                  <a:pt x="325759" y="1147455"/>
                  <a:pt x="313617" y="1166714"/>
                  <a:pt x="291427" y="1191416"/>
                </a:cubicBezTo>
                <a:cubicBezTo>
                  <a:pt x="269237" y="1216118"/>
                  <a:pt x="238673" y="1247101"/>
                  <a:pt x="211040" y="1274315"/>
                </a:cubicBezTo>
                <a:cubicBezTo>
                  <a:pt x="183407" y="1301529"/>
                  <a:pt x="152006" y="1327906"/>
                  <a:pt x="125629" y="1354702"/>
                </a:cubicBezTo>
                <a:cubicBezTo>
                  <a:pt x="99252" y="1381498"/>
                  <a:pt x="73712" y="1413736"/>
                  <a:pt x="52778" y="1435089"/>
                </a:cubicBezTo>
                <a:cubicBezTo>
                  <a:pt x="31844" y="1456442"/>
                  <a:pt x="1281" y="1469420"/>
                  <a:pt x="25" y="1482818"/>
                </a:cubicBezTo>
                <a:cubicBezTo>
                  <a:pt x="-1231" y="1496216"/>
                  <a:pt x="45242" y="1515475"/>
                  <a:pt x="45242" y="1515475"/>
                </a:cubicBezTo>
                <a:cubicBezTo>
                  <a:pt x="65757" y="1530129"/>
                  <a:pt x="95065" y="1553156"/>
                  <a:pt x="123117" y="1570741"/>
                </a:cubicBezTo>
                <a:cubicBezTo>
                  <a:pt x="151169" y="1588326"/>
                  <a:pt x="171684" y="1600049"/>
                  <a:pt x="213552" y="1620983"/>
                </a:cubicBezTo>
                <a:cubicBezTo>
                  <a:pt x="255420" y="1641917"/>
                  <a:pt x="374326" y="1696346"/>
                  <a:pt x="374326" y="1696346"/>
                </a:cubicBezTo>
                <a:lnTo>
                  <a:pt x="547660" y="1776733"/>
                </a:lnTo>
                <a:cubicBezTo>
                  <a:pt x="603763" y="1801854"/>
                  <a:pt x="660285" y="1826137"/>
                  <a:pt x="710945" y="1847071"/>
                </a:cubicBezTo>
                <a:cubicBezTo>
                  <a:pt x="761605" y="1868005"/>
                  <a:pt x="807660" y="1886009"/>
                  <a:pt x="851622" y="1902337"/>
                </a:cubicBezTo>
                <a:cubicBezTo>
                  <a:pt x="895584" y="1918666"/>
                  <a:pt x="921542" y="1925364"/>
                  <a:pt x="974715" y="1945042"/>
                </a:cubicBezTo>
                <a:cubicBezTo>
                  <a:pt x="1027888" y="1964720"/>
                  <a:pt x="1109112" y="2000727"/>
                  <a:pt x="1170658" y="2020405"/>
                </a:cubicBezTo>
                <a:cubicBezTo>
                  <a:pt x="1232204" y="2040083"/>
                  <a:pt x="1296262" y="2050969"/>
                  <a:pt x="1343992" y="2063111"/>
                </a:cubicBezTo>
                <a:cubicBezTo>
                  <a:pt x="1391722" y="2075253"/>
                  <a:pt x="1421448" y="2086557"/>
                  <a:pt x="1457036" y="2093256"/>
                </a:cubicBezTo>
                <a:cubicBezTo>
                  <a:pt x="1492624" y="2099955"/>
                  <a:pt x="1522769" y="2100792"/>
                  <a:pt x="1557519" y="2103304"/>
                </a:cubicBezTo>
                <a:cubicBezTo>
                  <a:pt x="1592269" y="2105816"/>
                  <a:pt x="1632463" y="2110840"/>
                  <a:pt x="1665539" y="2108328"/>
                </a:cubicBezTo>
                <a:cubicBezTo>
                  <a:pt x="1698615" y="2105816"/>
                  <a:pt x="1723317" y="2096186"/>
                  <a:pt x="1755974" y="2088231"/>
                </a:cubicBezTo>
                <a:cubicBezTo>
                  <a:pt x="1788631" y="2080276"/>
                  <a:pt x="1825894" y="2063948"/>
                  <a:pt x="1861482" y="2060599"/>
                </a:cubicBezTo>
                <a:cubicBezTo>
                  <a:pt x="1897070" y="2057250"/>
                  <a:pt x="1930983" y="2062274"/>
                  <a:pt x="1969502" y="2068135"/>
                </a:cubicBezTo>
                <a:cubicBezTo>
                  <a:pt x="2008021" y="2073997"/>
                  <a:pt x="2056588" y="2084882"/>
                  <a:pt x="2092594" y="2095768"/>
                </a:cubicBezTo>
                <a:cubicBezTo>
                  <a:pt x="2128600" y="2106654"/>
                  <a:pt x="2185541" y="2133449"/>
                  <a:pt x="2185541" y="2133449"/>
                </a:cubicBezTo>
                <a:cubicBezTo>
                  <a:pt x="2211499" y="2143916"/>
                  <a:pt x="2211918" y="2102467"/>
                  <a:pt x="2248343" y="2158570"/>
                </a:cubicBezTo>
                <a:cubicBezTo>
                  <a:pt x="2284768" y="2214673"/>
                  <a:pt x="2345477" y="2397218"/>
                  <a:pt x="2404093" y="2470069"/>
                </a:cubicBezTo>
                <a:cubicBezTo>
                  <a:pt x="2462709" y="2542920"/>
                  <a:pt x="2491598" y="2560923"/>
                  <a:pt x="2600036" y="2595673"/>
                </a:cubicBezTo>
                <a:cubicBezTo>
                  <a:pt x="2708474" y="2630423"/>
                  <a:pt x="2918233" y="2681921"/>
                  <a:pt x="3054723" y="2678572"/>
                </a:cubicBezTo>
                <a:cubicBezTo>
                  <a:pt x="3191213" y="2675223"/>
                  <a:pt x="3313887" y="2676898"/>
                  <a:pt x="3418976" y="2575577"/>
                </a:cubicBezTo>
                <a:cubicBezTo>
                  <a:pt x="3524065" y="2474256"/>
                  <a:pt x="3664324" y="2217186"/>
                  <a:pt x="3685258" y="2070647"/>
                </a:cubicBezTo>
                <a:cubicBezTo>
                  <a:pt x="3706192" y="1924109"/>
                  <a:pt x="3593985" y="1801016"/>
                  <a:pt x="3544581" y="1696346"/>
                </a:cubicBezTo>
                <a:cubicBezTo>
                  <a:pt x="3495177" y="1591676"/>
                  <a:pt x="3428187" y="1495379"/>
                  <a:pt x="3388831" y="1442625"/>
                </a:cubicBezTo>
                <a:cubicBezTo>
                  <a:pt x="3349475" y="1389871"/>
                  <a:pt x="3324354" y="1395732"/>
                  <a:pt x="3300908" y="1372286"/>
                </a:cubicBez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27237B9-5A9A-CEBF-BF8D-05554EC2918B}"/>
              </a:ext>
            </a:extLst>
          </p:cNvPr>
          <p:cNvSpPr/>
          <p:nvPr/>
        </p:nvSpPr>
        <p:spPr>
          <a:xfrm>
            <a:off x="6159620" y="4722249"/>
            <a:ext cx="1932601" cy="2026895"/>
          </a:xfrm>
          <a:custGeom>
            <a:avLst/>
            <a:gdLst>
              <a:gd name="connsiteX0" fmla="*/ 5456 w 2291488"/>
              <a:gd name="connsiteY0" fmla="*/ 1342469 h 2145628"/>
              <a:gd name="connsiteX1" fmla="*/ 156530 w 2291488"/>
              <a:gd name="connsiteY1" fmla="*/ 1497520 h 2145628"/>
              <a:gd name="connsiteX2" fmla="*/ 426875 w 2291488"/>
              <a:gd name="connsiteY2" fmla="*/ 1708229 h 2145628"/>
              <a:gd name="connsiteX3" fmla="*/ 653487 w 2291488"/>
              <a:gd name="connsiteY3" fmla="*/ 1843401 h 2145628"/>
              <a:gd name="connsiteX4" fmla="*/ 792635 w 2291488"/>
              <a:gd name="connsiteY4" fmla="*/ 1907012 h 2145628"/>
              <a:gd name="connsiteX5" fmla="*/ 1047077 w 2291488"/>
              <a:gd name="connsiteY5" fmla="*/ 2030257 h 2145628"/>
              <a:gd name="connsiteX6" fmla="*/ 1206103 w 2291488"/>
              <a:gd name="connsiteY6" fmla="*/ 2109770 h 2145628"/>
              <a:gd name="connsiteX7" fmla="*/ 1297543 w 2291488"/>
              <a:gd name="connsiteY7" fmla="*/ 2145551 h 2145628"/>
              <a:gd name="connsiteX8" fmla="*/ 1369104 w 2291488"/>
              <a:gd name="connsiteY8" fmla="*/ 2117721 h 2145628"/>
              <a:gd name="connsiteX9" fmla="*/ 1468496 w 2291488"/>
              <a:gd name="connsiteY9" fmla="*/ 2066038 h 2145628"/>
              <a:gd name="connsiteX10" fmla="*/ 1548009 w 2291488"/>
              <a:gd name="connsiteY10" fmla="*/ 2018330 h 2145628"/>
              <a:gd name="connsiteX11" fmla="*/ 1631497 w 2291488"/>
              <a:gd name="connsiteY11" fmla="*/ 1914963 h 2145628"/>
              <a:gd name="connsiteX12" fmla="*/ 1679205 w 2291488"/>
              <a:gd name="connsiteY12" fmla="*/ 1871231 h 2145628"/>
              <a:gd name="connsiteX13" fmla="*/ 1770645 w 2291488"/>
              <a:gd name="connsiteY13" fmla="*/ 1799669 h 2145628"/>
              <a:gd name="connsiteX14" fmla="*/ 1870037 w 2291488"/>
              <a:gd name="connsiteY14" fmla="*/ 1736059 h 2145628"/>
              <a:gd name="connsiteX15" fmla="*/ 1921720 w 2291488"/>
              <a:gd name="connsiteY15" fmla="*/ 1604862 h 2145628"/>
              <a:gd name="connsiteX16" fmla="*/ 1993282 w 2291488"/>
              <a:gd name="connsiteY16" fmla="*/ 1477641 h 2145628"/>
              <a:gd name="connsiteX17" fmla="*/ 2128454 w 2291488"/>
              <a:gd name="connsiteY17" fmla="*/ 1310664 h 2145628"/>
              <a:gd name="connsiteX18" fmla="*/ 2231821 w 2291488"/>
              <a:gd name="connsiteY18" fmla="*/ 1195370 h 2145628"/>
              <a:gd name="connsiteX19" fmla="*/ 2291456 w 2291488"/>
              <a:gd name="connsiteY19" fmla="*/ 1131760 h 2145628"/>
              <a:gd name="connsiteX20" fmla="*/ 2239772 w 2291488"/>
              <a:gd name="connsiteY20" fmla="*/ 1056222 h 2145628"/>
              <a:gd name="connsiteX21" fmla="*/ 2207967 w 2291488"/>
              <a:gd name="connsiteY21" fmla="*/ 932977 h 2145628"/>
              <a:gd name="connsiteX22" fmla="*/ 2132430 w 2291488"/>
              <a:gd name="connsiteY22" fmla="*/ 801781 h 2145628"/>
              <a:gd name="connsiteX23" fmla="*/ 2076770 w 2291488"/>
              <a:gd name="connsiteY23" fmla="*/ 706365 h 2145628"/>
              <a:gd name="connsiteX24" fmla="*/ 2060868 w 2291488"/>
              <a:gd name="connsiteY24" fmla="*/ 658657 h 2145628"/>
              <a:gd name="connsiteX25" fmla="*/ 1993282 w 2291488"/>
              <a:gd name="connsiteY25" fmla="*/ 595047 h 2145628"/>
              <a:gd name="connsiteX26" fmla="*/ 1866061 w 2291488"/>
              <a:gd name="connsiteY26" fmla="*/ 523485 h 2145628"/>
              <a:gd name="connsiteX27" fmla="*/ 1762694 w 2291488"/>
              <a:gd name="connsiteY27" fmla="*/ 439996 h 2145628"/>
              <a:gd name="connsiteX28" fmla="*/ 1707035 w 2291488"/>
              <a:gd name="connsiteY28" fmla="*/ 396264 h 2145628"/>
              <a:gd name="connsiteX29" fmla="*/ 1611619 w 2291488"/>
              <a:gd name="connsiteY29" fmla="*/ 404215 h 2145628"/>
              <a:gd name="connsiteX30" fmla="*/ 1492350 w 2291488"/>
              <a:gd name="connsiteY30" fmla="*/ 424094 h 2145628"/>
              <a:gd name="connsiteX31" fmla="*/ 1345250 w 2291488"/>
              <a:gd name="connsiteY31" fmla="*/ 424094 h 2145628"/>
              <a:gd name="connsiteX32" fmla="*/ 1233932 w 2291488"/>
              <a:gd name="connsiteY32" fmla="*/ 396264 h 2145628"/>
              <a:gd name="connsiteX33" fmla="*/ 1182249 w 2291488"/>
              <a:gd name="connsiteY33" fmla="*/ 368434 h 2145628"/>
              <a:gd name="connsiteX34" fmla="*/ 1098760 w 2291488"/>
              <a:gd name="connsiteY34" fmla="*/ 304824 h 2145628"/>
              <a:gd name="connsiteX35" fmla="*/ 1023223 w 2291488"/>
              <a:gd name="connsiteY35" fmla="*/ 241214 h 2145628"/>
              <a:gd name="connsiteX36" fmla="*/ 943710 w 2291488"/>
              <a:gd name="connsiteY36" fmla="*/ 165676 h 2145628"/>
              <a:gd name="connsiteX37" fmla="*/ 892026 w 2291488"/>
              <a:gd name="connsiteY37" fmla="*/ 102066 h 2145628"/>
              <a:gd name="connsiteX38" fmla="*/ 824440 w 2291488"/>
              <a:gd name="connsiteY38" fmla="*/ 58334 h 2145628"/>
              <a:gd name="connsiteX39" fmla="*/ 733000 w 2291488"/>
              <a:gd name="connsiteY39" fmla="*/ 26528 h 2145628"/>
              <a:gd name="connsiteX40" fmla="*/ 697219 w 2291488"/>
              <a:gd name="connsiteY40" fmla="*/ 10626 h 2145628"/>
              <a:gd name="connsiteX41" fmla="*/ 689268 w 2291488"/>
              <a:gd name="connsiteY41" fmla="*/ 2674 h 2145628"/>
              <a:gd name="connsiteX42" fmla="*/ 649511 w 2291488"/>
              <a:gd name="connsiteY42" fmla="*/ 58334 h 2145628"/>
              <a:gd name="connsiteX43" fmla="*/ 593852 w 2291488"/>
              <a:gd name="connsiteY43" fmla="*/ 129895 h 2145628"/>
              <a:gd name="connsiteX44" fmla="*/ 550120 w 2291488"/>
              <a:gd name="connsiteY44" fmla="*/ 217360 h 2145628"/>
              <a:gd name="connsiteX45" fmla="*/ 470607 w 2291488"/>
              <a:gd name="connsiteY45" fmla="*/ 288921 h 2145628"/>
              <a:gd name="connsiteX46" fmla="*/ 379167 w 2291488"/>
              <a:gd name="connsiteY46" fmla="*/ 372410 h 2145628"/>
              <a:gd name="connsiteX47" fmla="*/ 315557 w 2291488"/>
              <a:gd name="connsiteY47" fmla="*/ 436021 h 2145628"/>
              <a:gd name="connsiteX48" fmla="*/ 251946 w 2291488"/>
              <a:gd name="connsiteY48" fmla="*/ 519509 h 2145628"/>
              <a:gd name="connsiteX49" fmla="*/ 216165 w 2291488"/>
              <a:gd name="connsiteY49" fmla="*/ 602998 h 2145628"/>
              <a:gd name="connsiteX50" fmla="*/ 180384 w 2291488"/>
              <a:gd name="connsiteY50" fmla="*/ 706365 h 2145628"/>
              <a:gd name="connsiteX51" fmla="*/ 148579 w 2291488"/>
              <a:gd name="connsiteY51" fmla="*/ 797805 h 2145628"/>
              <a:gd name="connsiteX52" fmla="*/ 124725 w 2291488"/>
              <a:gd name="connsiteY52" fmla="*/ 905148 h 2145628"/>
              <a:gd name="connsiteX53" fmla="*/ 100871 w 2291488"/>
              <a:gd name="connsiteY53" fmla="*/ 1040320 h 2145628"/>
              <a:gd name="connsiteX54" fmla="*/ 77017 w 2291488"/>
              <a:gd name="connsiteY54" fmla="*/ 1147662 h 2145628"/>
              <a:gd name="connsiteX55" fmla="*/ 57139 w 2291488"/>
              <a:gd name="connsiteY55" fmla="*/ 1251029 h 2145628"/>
              <a:gd name="connsiteX56" fmla="*/ 33285 w 2291488"/>
              <a:gd name="connsiteY56" fmla="*/ 1286810 h 2145628"/>
              <a:gd name="connsiteX57" fmla="*/ 5456 w 2291488"/>
              <a:gd name="connsiteY57" fmla="*/ 1342469 h 214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291488" h="2145628">
                <a:moveTo>
                  <a:pt x="5456" y="1342469"/>
                </a:moveTo>
                <a:cubicBezTo>
                  <a:pt x="25997" y="1377587"/>
                  <a:pt x="86294" y="1436560"/>
                  <a:pt x="156530" y="1497520"/>
                </a:cubicBezTo>
                <a:cubicBezTo>
                  <a:pt x="226766" y="1558480"/>
                  <a:pt x="344049" y="1650582"/>
                  <a:pt x="426875" y="1708229"/>
                </a:cubicBezTo>
                <a:cubicBezTo>
                  <a:pt x="509701" y="1765876"/>
                  <a:pt x="592527" y="1810271"/>
                  <a:pt x="653487" y="1843401"/>
                </a:cubicBezTo>
                <a:cubicBezTo>
                  <a:pt x="714447" y="1876531"/>
                  <a:pt x="792635" y="1907012"/>
                  <a:pt x="792635" y="1907012"/>
                </a:cubicBezTo>
                <a:lnTo>
                  <a:pt x="1047077" y="2030257"/>
                </a:lnTo>
                <a:cubicBezTo>
                  <a:pt x="1115988" y="2064050"/>
                  <a:pt x="1164359" y="2090554"/>
                  <a:pt x="1206103" y="2109770"/>
                </a:cubicBezTo>
                <a:cubicBezTo>
                  <a:pt x="1247847" y="2128986"/>
                  <a:pt x="1270376" y="2144226"/>
                  <a:pt x="1297543" y="2145551"/>
                </a:cubicBezTo>
                <a:cubicBezTo>
                  <a:pt x="1324710" y="2146876"/>
                  <a:pt x="1340612" y="2130973"/>
                  <a:pt x="1369104" y="2117721"/>
                </a:cubicBezTo>
                <a:cubicBezTo>
                  <a:pt x="1397596" y="2104469"/>
                  <a:pt x="1438679" y="2082603"/>
                  <a:pt x="1468496" y="2066038"/>
                </a:cubicBezTo>
                <a:cubicBezTo>
                  <a:pt x="1498313" y="2049473"/>
                  <a:pt x="1520842" y="2043509"/>
                  <a:pt x="1548009" y="2018330"/>
                </a:cubicBezTo>
                <a:cubicBezTo>
                  <a:pt x="1575176" y="1993151"/>
                  <a:pt x="1609631" y="1939480"/>
                  <a:pt x="1631497" y="1914963"/>
                </a:cubicBezTo>
                <a:cubicBezTo>
                  <a:pt x="1653363" y="1890447"/>
                  <a:pt x="1656014" y="1890447"/>
                  <a:pt x="1679205" y="1871231"/>
                </a:cubicBezTo>
                <a:cubicBezTo>
                  <a:pt x="1702396" y="1852015"/>
                  <a:pt x="1738840" y="1822198"/>
                  <a:pt x="1770645" y="1799669"/>
                </a:cubicBezTo>
                <a:cubicBezTo>
                  <a:pt x="1802450" y="1777140"/>
                  <a:pt x="1844858" y="1768527"/>
                  <a:pt x="1870037" y="1736059"/>
                </a:cubicBezTo>
                <a:cubicBezTo>
                  <a:pt x="1895216" y="1703591"/>
                  <a:pt x="1901179" y="1647932"/>
                  <a:pt x="1921720" y="1604862"/>
                </a:cubicBezTo>
                <a:cubicBezTo>
                  <a:pt x="1942261" y="1561792"/>
                  <a:pt x="1958826" y="1526674"/>
                  <a:pt x="1993282" y="1477641"/>
                </a:cubicBezTo>
                <a:cubicBezTo>
                  <a:pt x="2027738" y="1428608"/>
                  <a:pt x="2088698" y="1357709"/>
                  <a:pt x="2128454" y="1310664"/>
                </a:cubicBezTo>
                <a:cubicBezTo>
                  <a:pt x="2168210" y="1263619"/>
                  <a:pt x="2204654" y="1225187"/>
                  <a:pt x="2231821" y="1195370"/>
                </a:cubicBezTo>
                <a:cubicBezTo>
                  <a:pt x="2258988" y="1165553"/>
                  <a:pt x="2290131" y="1154951"/>
                  <a:pt x="2291456" y="1131760"/>
                </a:cubicBezTo>
                <a:cubicBezTo>
                  <a:pt x="2292781" y="1108569"/>
                  <a:pt x="2253687" y="1089353"/>
                  <a:pt x="2239772" y="1056222"/>
                </a:cubicBezTo>
                <a:cubicBezTo>
                  <a:pt x="2225857" y="1023091"/>
                  <a:pt x="2225857" y="975384"/>
                  <a:pt x="2207967" y="932977"/>
                </a:cubicBezTo>
                <a:cubicBezTo>
                  <a:pt x="2190077" y="890570"/>
                  <a:pt x="2154296" y="839550"/>
                  <a:pt x="2132430" y="801781"/>
                </a:cubicBezTo>
                <a:cubicBezTo>
                  <a:pt x="2110564" y="764012"/>
                  <a:pt x="2088697" y="730219"/>
                  <a:pt x="2076770" y="706365"/>
                </a:cubicBezTo>
                <a:cubicBezTo>
                  <a:pt x="2064843" y="682511"/>
                  <a:pt x="2074783" y="677210"/>
                  <a:pt x="2060868" y="658657"/>
                </a:cubicBezTo>
                <a:cubicBezTo>
                  <a:pt x="2046953" y="640104"/>
                  <a:pt x="2025750" y="617576"/>
                  <a:pt x="1993282" y="595047"/>
                </a:cubicBezTo>
                <a:cubicBezTo>
                  <a:pt x="1960814" y="572518"/>
                  <a:pt x="1904492" y="549327"/>
                  <a:pt x="1866061" y="523485"/>
                </a:cubicBezTo>
                <a:cubicBezTo>
                  <a:pt x="1827630" y="497643"/>
                  <a:pt x="1789198" y="461200"/>
                  <a:pt x="1762694" y="439996"/>
                </a:cubicBezTo>
                <a:cubicBezTo>
                  <a:pt x="1736190" y="418792"/>
                  <a:pt x="1732214" y="402227"/>
                  <a:pt x="1707035" y="396264"/>
                </a:cubicBezTo>
                <a:cubicBezTo>
                  <a:pt x="1681856" y="390301"/>
                  <a:pt x="1647400" y="399577"/>
                  <a:pt x="1611619" y="404215"/>
                </a:cubicBezTo>
                <a:cubicBezTo>
                  <a:pt x="1575838" y="408853"/>
                  <a:pt x="1536745" y="420781"/>
                  <a:pt x="1492350" y="424094"/>
                </a:cubicBezTo>
                <a:cubicBezTo>
                  <a:pt x="1447955" y="427407"/>
                  <a:pt x="1388320" y="428732"/>
                  <a:pt x="1345250" y="424094"/>
                </a:cubicBezTo>
                <a:cubicBezTo>
                  <a:pt x="1302180" y="419456"/>
                  <a:pt x="1261099" y="405541"/>
                  <a:pt x="1233932" y="396264"/>
                </a:cubicBezTo>
                <a:cubicBezTo>
                  <a:pt x="1206765" y="386987"/>
                  <a:pt x="1204778" y="383674"/>
                  <a:pt x="1182249" y="368434"/>
                </a:cubicBezTo>
                <a:cubicBezTo>
                  <a:pt x="1159720" y="353194"/>
                  <a:pt x="1125264" y="326027"/>
                  <a:pt x="1098760" y="304824"/>
                </a:cubicBezTo>
                <a:cubicBezTo>
                  <a:pt x="1072256" y="283621"/>
                  <a:pt x="1049065" y="264405"/>
                  <a:pt x="1023223" y="241214"/>
                </a:cubicBezTo>
                <a:cubicBezTo>
                  <a:pt x="997381" y="218023"/>
                  <a:pt x="965576" y="188867"/>
                  <a:pt x="943710" y="165676"/>
                </a:cubicBezTo>
                <a:cubicBezTo>
                  <a:pt x="921844" y="142485"/>
                  <a:pt x="911904" y="119956"/>
                  <a:pt x="892026" y="102066"/>
                </a:cubicBezTo>
                <a:cubicBezTo>
                  <a:pt x="872148" y="84176"/>
                  <a:pt x="850944" y="70924"/>
                  <a:pt x="824440" y="58334"/>
                </a:cubicBezTo>
                <a:cubicBezTo>
                  <a:pt x="797936" y="45744"/>
                  <a:pt x="754203" y="34479"/>
                  <a:pt x="733000" y="26528"/>
                </a:cubicBezTo>
                <a:cubicBezTo>
                  <a:pt x="711797" y="18577"/>
                  <a:pt x="704508" y="14602"/>
                  <a:pt x="697219" y="10626"/>
                </a:cubicBezTo>
                <a:cubicBezTo>
                  <a:pt x="689930" y="6650"/>
                  <a:pt x="697219" y="-5277"/>
                  <a:pt x="689268" y="2674"/>
                </a:cubicBezTo>
                <a:cubicBezTo>
                  <a:pt x="681317" y="10625"/>
                  <a:pt x="665414" y="37131"/>
                  <a:pt x="649511" y="58334"/>
                </a:cubicBezTo>
                <a:cubicBezTo>
                  <a:pt x="633608" y="79537"/>
                  <a:pt x="610417" y="103391"/>
                  <a:pt x="593852" y="129895"/>
                </a:cubicBezTo>
                <a:cubicBezTo>
                  <a:pt x="577287" y="156399"/>
                  <a:pt x="570661" y="190856"/>
                  <a:pt x="550120" y="217360"/>
                </a:cubicBezTo>
                <a:cubicBezTo>
                  <a:pt x="529579" y="243864"/>
                  <a:pt x="499099" y="263079"/>
                  <a:pt x="470607" y="288921"/>
                </a:cubicBezTo>
                <a:cubicBezTo>
                  <a:pt x="442115" y="314763"/>
                  <a:pt x="405009" y="347893"/>
                  <a:pt x="379167" y="372410"/>
                </a:cubicBezTo>
                <a:cubicBezTo>
                  <a:pt x="353325" y="396927"/>
                  <a:pt x="336761" y="411504"/>
                  <a:pt x="315557" y="436021"/>
                </a:cubicBezTo>
                <a:cubicBezTo>
                  <a:pt x="294353" y="460538"/>
                  <a:pt x="268511" y="491680"/>
                  <a:pt x="251946" y="519509"/>
                </a:cubicBezTo>
                <a:cubicBezTo>
                  <a:pt x="235381" y="547338"/>
                  <a:pt x="228092" y="571855"/>
                  <a:pt x="216165" y="602998"/>
                </a:cubicBezTo>
                <a:cubicBezTo>
                  <a:pt x="204238" y="634141"/>
                  <a:pt x="180384" y="706365"/>
                  <a:pt x="180384" y="706365"/>
                </a:cubicBezTo>
                <a:cubicBezTo>
                  <a:pt x="169120" y="738833"/>
                  <a:pt x="157856" y="764674"/>
                  <a:pt x="148579" y="797805"/>
                </a:cubicBezTo>
                <a:cubicBezTo>
                  <a:pt x="139303" y="830935"/>
                  <a:pt x="132676" y="864729"/>
                  <a:pt x="124725" y="905148"/>
                </a:cubicBezTo>
                <a:cubicBezTo>
                  <a:pt x="116774" y="945567"/>
                  <a:pt x="108822" y="999901"/>
                  <a:pt x="100871" y="1040320"/>
                </a:cubicBezTo>
                <a:cubicBezTo>
                  <a:pt x="92920" y="1080739"/>
                  <a:pt x="84306" y="1112544"/>
                  <a:pt x="77017" y="1147662"/>
                </a:cubicBezTo>
                <a:cubicBezTo>
                  <a:pt x="69728" y="1182780"/>
                  <a:pt x="64428" y="1227838"/>
                  <a:pt x="57139" y="1251029"/>
                </a:cubicBezTo>
                <a:cubicBezTo>
                  <a:pt x="49850" y="1274220"/>
                  <a:pt x="37923" y="1273558"/>
                  <a:pt x="33285" y="1286810"/>
                </a:cubicBezTo>
                <a:cubicBezTo>
                  <a:pt x="28647" y="1300062"/>
                  <a:pt x="-15085" y="1307351"/>
                  <a:pt x="5456" y="1342469"/>
                </a:cubicBez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1865ABD-526A-CD0E-FF18-42B963C56B17}"/>
              </a:ext>
            </a:extLst>
          </p:cNvPr>
          <p:cNvSpPr/>
          <p:nvPr/>
        </p:nvSpPr>
        <p:spPr>
          <a:xfrm>
            <a:off x="7535600" y="3892748"/>
            <a:ext cx="1591483" cy="1906485"/>
          </a:xfrm>
          <a:custGeom>
            <a:avLst/>
            <a:gdLst>
              <a:gd name="connsiteX0" fmla="*/ 662005 w 1887022"/>
              <a:gd name="connsiteY0" fmla="*/ 2012277 h 2018165"/>
              <a:gd name="connsiteX1" fmla="*/ 739880 w 1887022"/>
              <a:gd name="connsiteY1" fmla="*/ 1959524 h 2018165"/>
              <a:gd name="connsiteX2" fmla="*/ 840363 w 1887022"/>
              <a:gd name="connsiteY2" fmla="*/ 1911794 h 2018165"/>
              <a:gd name="connsiteX3" fmla="*/ 900653 w 1887022"/>
              <a:gd name="connsiteY3" fmla="*/ 1864064 h 2018165"/>
              <a:gd name="connsiteX4" fmla="*/ 998625 w 1887022"/>
              <a:gd name="connsiteY4" fmla="*/ 1796238 h 2018165"/>
              <a:gd name="connsiteX5" fmla="*/ 1041330 w 1887022"/>
              <a:gd name="connsiteY5" fmla="*/ 1720875 h 2018165"/>
              <a:gd name="connsiteX6" fmla="*/ 1154374 w 1887022"/>
              <a:gd name="connsiteY6" fmla="*/ 1615368 h 2018165"/>
              <a:gd name="connsiteX7" fmla="*/ 1279979 w 1887022"/>
              <a:gd name="connsiteY7" fmla="*/ 1524932 h 2018165"/>
              <a:gd name="connsiteX8" fmla="*/ 1387998 w 1887022"/>
              <a:gd name="connsiteY8" fmla="*/ 1444546 h 2018165"/>
              <a:gd name="connsiteX9" fmla="*/ 1488482 w 1887022"/>
              <a:gd name="connsiteY9" fmla="*/ 1386768 h 2018165"/>
              <a:gd name="connsiteX10" fmla="*/ 1561332 w 1887022"/>
              <a:gd name="connsiteY10" fmla="*/ 1328989 h 2018165"/>
              <a:gd name="connsiteX11" fmla="*/ 1636695 w 1887022"/>
              <a:gd name="connsiteY11" fmla="*/ 1210921 h 2018165"/>
              <a:gd name="connsiteX12" fmla="*/ 1696985 w 1887022"/>
              <a:gd name="connsiteY12" fmla="*/ 1065220 h 2018165"/>
              <a:gd name="connsiteX13" fmla="*/ 1749739 w 1887022"/>
              <a:gd name="connsiteY13" fmla="*/ 929568 h 2018165"/>
              <a:gd name="connsiteX14" fmla="*/ 1789932 w 1887022"/>
              <a:gd name="connsiteY14" fmla="*/ 761258 h 2018165"/>
              <a:gd name="connsiteX15" fmla="*/ 1820078 w 1887022"/>
              <a:gd name="connsiteY15" fmla="*/ 585411 h 2018165"/>
              <a:gd name="connsiteX16" fmla="*/ 1802493 w 1887022"/>
              <a:gd name="connsiteY16" fmla="*/ 452271 h 2018165"/>
              <a:gd name="connsiteX17" fmla="*/ 1794957 w 1887022"/>
              <a:gd name="connsiteY17" fmla="*/ 309082 h 2018165"/>
              <a:gd name="connsiteX18" fmla="*/ 1810029 w 1887022"/>
              <a:gd name="connsiteY18" fmla="*/ 173429 h 2018165"/>
              <a:gd name="connsiteX19" fmla="*/ 1857759 w 1887022"/>
              <a:gd name="connsiteY19" fmla="*/ 60385 h 2018165"/>
              <a:gd name="connsiteX20" fmla="*/ 1862783 w 1887022"/>
              <a:gd name="connsiteY20" fmla="*/ 20192 h 2018165"/>
              <a:gd name="connsiteX21" fmla="*/ 1885392 w 1887022"/>
              <a:gd name="connsiteY21" fmla="*/ 95 h 2018165"/>
              <a:gd name="connsiteX22" fmla="*/ 1812541 w 1887022"/>
              <a:gd name="connsiteY22" fmla="*/ 27728 h 2018165"/>
              <a:gd name="connsiteX23" fmla="*/ 1709546 w 1887022"/>
              <a:gd name="connsiteY23" fmla="*/ 57873 h 2018165"/>
              <a:gd name="connsiteX24" fmla="*/ 1614086 w 1887022"/>
              <a:gd name="connsiteY24" fmla="*/ 80482 h 2018165"/>
              <a:gd name="connsiteX25" fmla="*/ 1478434 w 1887022"/>
              <a:gd name="connsiteY25" fmla="*/ 118163 h 2018165"/>
              <a:gd name="connsiteX26" fmla="*/ 1398047 w 1887022"/>
              <a:gd name="connsiteY26" fmla="*/ 135748 h 2018165"/>
              <a:gd name="connsiteX27" fmla="*/ 1332732 w 1887022"/>
              <a:gd name="connsiteY27" fmla="*/ 125699 h 2018165"/>
              <a:gd name="connsiteX28" fmla="*/ 1234761 w 1887022"/>
              <a:gd name="connsiteY28" fmla="*/ 100579 h 2018165"/>
              <a:gd name="connsiteX29" fmla="*/ 1116693 w 1887022"/>
              <a:gd name="connsiteY29" fmla="*/ 60385 h 2018165"/>
              <a:gd name="connsiteX30" fmla="*/ 1026258 w 1887022"/>
              <a:gd name="connsiteY30" fmla="*/ 20192 h 2018165"/>
              <a:gd name="connsiteX31" fmla="*/ 973504 w 1887022"/>
              <a:gd name="connsiteY31" fmla="*/ 5119 h 2018165"/>
              <a:gd name="connsiteX32" fmla="*/ 908190 w 1887022"/>
              <a:gd name="connsiteY32" fmla="*/ 7631 h 2018165"/>
              <a:gd name="connsiteX33" fmla="*/ 800170 w 1887022"/>
              <a:gd name="connsiteY33" fmla="*/ 32752 h 2018165"/>
              <a:gd name="connsiteX34" fmla="*/ 672053 w 1887022"/>
              <a:gd name="connsiteY34" fmla="*/ 65409 h 2018165"/>
              <a:gd name="connsiteX35" fmla="*/ 543937 w 1887022"/>
              <a:gd name="connsiteY35" fmla="*/ 85506 h 2018165"/>
              <a:gd name="connsiteX36" fmla="*/ 418332 w 1887022"/>
              <a:gd name="connsiteY36" fmla="*/ 75458 h 2018165"/>
              <a:gd name="connsiteX37" fmla="*/ 277656 w 1887022"/>
              <a:gd name="connsiteY37" fmla="*/ 72946 h 2018165"/>
              <a:gd name="connsiteX38" fmla="*/ 157075 w 1887022"/>
              <a:gd name="connsiteY38" fmla="*/ 72946 h 2018165"/>
              <a:gd name="connsiteX39" fmla="*/ 91761 w 1887022"/>
              <a:gd name="connsiteY39" fmla="*/ 75458 h 2018165"/>
              <a:gd name="connsiteX40" fmla="*/ 86737 w 1887022"/>
              <a:gd name="connsiteY40" fmla="*/ 143284 h 2018165"/>
              <a:gd name="connsiteX41" fmla="*/ 56592 w 1887022"/>
              <a:gd name="connsiteY41" fmla="*/ 233719 h 2018165"/>
              <a:gd name="connsiteX42" fmla="*/ 16398 w 1887022"/>
              <a:gd name="connsiteY42" fmla="*/ 329179 h 2018165"/>
              <a:gd name="connsiteX43" fmla="*/ 6350 w 1887022"/>
              <a:gd name="connsiteY43" fmla="*/ 391981 h 2018165"/>
              <a:gd name="connsiteX44" fmla="*/ 1326 w 1887022"/>
              <a:gd name="connsiteY44" fmla="*/ 482416 h 2018165"/>
              <a:gd name="connsiteX45" fmla="*/ 1326 w 1887022"/>
              <a:gd name="connsiteY45" fmla="*/ 595460 h 2018165"/>
              <a:gd name="connsiteX46" fmla="*/ 16398 w 1887022"/>
              <a:gd name="connsiteY46" fmla="*/ 703480 h 2018165"/>
              <a:gd name="connsiteX47" fmla="*/ 28959 w 1887022"/>
              <a:gd name="connsiteY47" fmla="*/ 816524 h 2018165"/>
              <a:gd name="connsiteX48" fmla="*/ 46543 w 1887022"/>
              <a:gd name="connsiteY48" fmla="*/ 889374 h 2018165"/>
              <a:gd name="connsiteX49" fmla="*/ 66640 w 1887022"/>
              <a:gd name="connsiteY49" fmla="*/ 939616 h 2018165"/>
              <a:gd name="connsiteX50" fmla="*/ 81713 w 1887022"/>
              <a:gd name="connsiteY50" fmla="*/ 1007442 h 2018165"/>
              <a:gd name="connsiteX51" fmla="*/ 76689 w 1887022"/>
              <a:gd name="connsiteY51" fmla="*/ 1107926 h 2018165"/>
              <a:gd name="connsiteX52" fmla="*/ 71664 w 1887022"/>
              <a:gd name="connsiteY52" fmla="*/ 1190825 h 2018165"/>
              <a:gd name="connsiteX53" fmla="*/ 76689 w 1887022"/>
              <a:gd name="connsiteY53" fmla="*/ 1268699 h 2018165"/>
              <a:gd name="connsiteX54" fmla="*/ 71664 w 1887022"/>
              <a:gd name="connsiteY54" fmla="*/ 1339038 h 2018165"/>
              <a:gd name="connsiteX55" fmla="*/ 197269 w 1887022"/>
              <a:gd name="connsiteY55" fmla="*/ 1577686 h 2018165"/>
              <a:gd name="connsiteX56" fmla="*/ 400748 w 1887022"/>
              <a:gd name="connsiteY56" fmla="*/ 1906770 h 2018165"/>
              <a:gd name="connsiteX57" fmla="*/ 551473 w 1887022"/>
              <a:gd name="connsiteY57" fmla="*/ 2004741 h 2018165"/>
              <a:gd name="connsiteX58" fmla="*/ 662005 w 1887022"/>
              <a:gd name="connsiteY58" fmla="*/ 2012277 h 2018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887022" h="2018165">
                <a:moveTo>
                  <a:pt x="662005" y="2012277"/>
                </a:moveTo>
                <a:cubicBezTo>
                  <a:pt x="693406" y="2004741"/>
                  <a:pt x="710154" y="1976271"/>
                  <a:pt x="739880" y="1959524"/>
                </a:cubicBezTo>
                <a:cubicBezTo>
                  <a:pt x="769606" y="1942777"/>
                  <a:pt x="813568" y="1927704"/>
                  <a:pt x="840363" y="1911794"/>
                </a:cubicBezTo>
                <a:cubicBezTo>
                  <a:pt x="867158" y="1895884"/>
                  <a:pt x="874276" y="1883323"/>
                  <a:pt x="900653" y="1864064"/>
                </a:cubicBezTo>
                <a:cubicBezTo>
                  <a:pt x="927030" y="1844805"/>
                  <a:pt x="975179" y="1820103"/>
                  <a:pt x="998625" y="1796238"/>
                </a:cubicBezTo>
                <a:cubicBezTo>
                  <a:pt x="1022071" y="1772373"/>
                  <a:pt x="1015372" y="1751020"/>
                  <a:pt x="1041330" y="1720875"/>
                </a:cubicBezTo>
                <a:cubicBezTo>
                  <a:pt x="1067288" y="1690730"/>
                  <a:pt x="1114599" y="1648025"/>
                  <a:pt x="1154374" y="1615368"/>
                </a:cubicBezTo>
                <a:cubicBezTo>
                  <a:pt x="1194149" y="1582711"/>
                  <a:pt x="1241042" y="1553402"/>
                  <a:pt x="1279979" y="1524932"/>
                </a:cubicBezTo>
                <a:cubicBezTo>
                  <a:pt x="1318916" y="1496462"/>
                  <a:pt x="1353248" y="1467573"/>
                  <a:pt x="1387998" y="1444546"/>
                </a:cubicBezTo>
                <a:cubicBezTo>
                  <a:pt x="1422748" y="1421519"/>
                  <a:pt x="1459593" y="1406027"/>
                  <a:pt x="1488482" y="1386768"/>
                </a:cubicBezTo>
                <a:cubicBezTo>
                  <a:pt x="1517371" y="1367508"/>
                  <a:pt x="1536630" y="1358297"/>
                  <a:pt x="1561332" y="1328989"/>
                </a:cubicBezTo>
                <a:cubicBezTo>
                  <a:pt x="1586034" y="1299681"/>
                  <a:pt x="1614086" y="1254882"/>
                  <a:pt x="1636695" y="1210921"/>
                </a:cubicBezTo>
                <a:cubicBezTo>
                  <a:pt x="1659304" y="1166959"/>
                  <a:pt x="1678144" y="1112112"/>
                  <a:pt x="1696985" y="1065220"/>
                </a:cubicBezTo>
                <a:cubicBezTo>
                  <a:pt x="1715826" y="1018328"/>
                  <a:pt x="1734248" y="980228"/>
                  <a:pt x="1749739" y="929568"/>
                </a:cubicBezTo>
                <a:cubicBezTo>
                  <a:pt x="1765230" y="878908"/>
                  <a:pt x="1778209" y="818617"/>
                  <a:pt x="1789932" y="761258"/>
                </a:cubicBezTo>
                <a:cubicBezTo>
                  <a:pt x="1801655" y="703899"/>
                  <a:pt x="1817985" y="636909"/>
                  <a:pt x="1820078" y="585411"/>
                </a:cubicBezTo>
                <a:cubicBezTo>
                  <a:pt x="1822171" y="533913"/>
                  <a:pt x="1806680" y="498326"/>
                  <a:pt x="1802493" y="452271"/>
                </a:cubicBezTo>
                <a:cubicBezTo>
                  <a:pt x="1798306" y="406216"/>
                  <a:pt x="1793701" y="355556"/>
                  <a:pt x="1794957" y="309082"/>
                </a:cubicBezTo>
                <a:cubicBezTo>
                  <a:pt x="1796213" y="262608"/>
                  <a:pt x="1799562" y="214878"/>
                  <a:pt x="1810029" y="173429"/>
                </a:cubicBezTo>
                <a:cubicBezTo>
                  <a:pt x="1820496" y="131980"/>
                  <a:pt x="1848967" y="85924"/>
                  <a:pt x="1857759" y="60385"/>
                </a:cubicBezTo>
                <a:cubicBezTo>
                  <a:pt x="1866551" y="34845"/>
                  <a:pt x="1858178" y="30240"/>
                  <a:pt x="1862783" y="20192"/>
                </a:cubicBezTo>
                <a:cubicBezTo>
                  <a:pt x="1867389" y="10144"/>
                  <a:pt x="1893766" y="-1161"/>
                  <a:pt x="1885392" y="95"/>
                </a:cubicBezTo>
                <a:cubicBezTo>
                  <a:pt x="1877018" y="1351"/>
                  <a:pt x="1841849" y="18098"/>
                  <a:pt x="1812541" y="27728"/>
                </a:cubicBezTo>
                <a:cubicBezTo>
                  <a:pt x="1783233" y="37358"/>
                  <a:pt x="1742622" y="49081"/>
                  <a:pt x="1709546" y="57873"/>
                </a:cubicBezTo>
                <a:cubicBezTo>
                  <a:pt x="1676470" y="66665"/>
                  <a:pt x="1652605" y="70434"/>
                  <a:pt x="1614086" y="80482"/>
                </a:cubicBezTo>
                <a:cubicBezTo>
                  <a:pt x="1575567" y="90530"/>
                  <a:pt x="1514440" y="108952"/>
                  <a:pt x="1478434" y="118163"/>
                </a:cubicBezTo>
                <a:cubicBezTo>
                  <a:pt x="1442428" y="127374"/>
                  <a:pt x="1422330" y="134492"/>
                  <a:pt x="1398047" y="135748"/>
                </a:cubicBezTo>
                <a:cubicBezTo>
                  <a:pt x="1373764" y="137004"/>
                  <a:pt x="1359946" y="131560"/>
                  <a:pt x="1332732" y="125699"/>
                </a:cubicBezTo>
                <a:cubicBezTo>
                  <a:pt x="1305518" y="119838"/>
                  <a:pt x="1270767" y="111465"/>
                  <a:pt x="1234761" y="100579"/>
                </a:cubicBezTo>
                <a:cubicBezTo>
                  <a:pt x="1198755" y="89693"/>
                  <a:pt x="1151444" y="73783"/>
                  <a:pt x="1116693" y="60385"/>
                </a:cubicBezTo>
                <a:cubicBezTo>
                  <a:pt x="1081943" y="46987"/>
                  <a:pt x="1050123" y="29403"/>
                  <a:pt x="1026258" y="20192"/>
                </a:cubicBezTo>
                <a:cubicBezTo>
                  <a:pt x="1002393" y="10981"/>
                  <a:pt x="993182" y="7212"/>
                  <a:pt x="973504" y="5119"/>
                </a:cubicBezTo>
                <a:cubicBezTo>
                  <a:pt x="953826" y="3026"/>
                  <a:pt x="937079" y="3025"/>
                  <a:pt x="908190" y="7631"/>
                </a:cubicBezTo>
                <a:cubicBezTo>
                  <a:pt x="879301" y="12237"/>
                  <a:pt x="839526" y="23122"/>
                  <a:pt x="800170" y="32752"/>
                </a:cubicBezTo>
                <a:cubicBezTo>
                  <a:pt x="760814" y="42382"/>
                  <a:pt x="714759" y="56617"/>
                  <a:pt x="672053" y="65409"/>
                </a:cubicBezTo>
                <a:cubicBezTo>
                  <a:pt x="629347" y="74201"/>
                  <a:pt x="586224" y="83831"/>
                  <a:pt x="543937" y="85506"/>
                </a:cubicBezTo>
                <a:cubicBezTo>
                  <a:pt x="501650" y="87181"/>
                  <a:pt x="462712" y="77551"/>
                  <a:pt x="418332" y="75458"/>
                </a:cubicBezTo>
                <a:cubicBezTo>
                  <a:pt x="373952" y="73365"/>
                  <a:pt x="277656" y="72946"/>
                  <a:pt x="277656" y="72946"/>
                </a:cubicBezTo>
                <a:lnTo>
                  <a:pt x="157075" y="72946"/>
                </a:lnTo>
                <a:cubicBezTo>
                  <a:pt x="126093" y="73365"/>
                  <a:pt x="103484" y="63735"/>
                  <a:pt x="91761" y="75458"/>
                </a:cubicBezTo>
                <a:cubicBezTo>
                  <a:pt x="80038" y="87181"/>
                  <a:pt x="92598" y="116907"/>
                  <a:pt x="86737" y="143284"/>
                </a:cubicBezTo>
                <a:cubicBezTo>
                  <a:pt x="80876" y="169661"/>
                  <a:pt x="68315" y="202737"/>
                  <a:pt x="56592" y="233719"/>
                </a:cubicBezTo>
                <a:cubicBezTo>
                  <a:pt x="44869" y="264701"/>
                  <a:pt x="24772" y="302802"/>
                  <a:pt x="16398" y="329179"/>
                </a:cubicBezTo>
                <a:cubicBezTo>
                  <a:pt x="8024" y="355556"/>
                  <a:pt x="8862" y="366442"/>
                  <a:pt x="6350" y="391981"/>
                </a:cubicBezTo>
                <a:cubicBezTo>
                  <a:pt x="3838" y="417520"/>
                  <a:pt x="2163" y="448503"/>
                  <a:pt x="1326" y="482416"/>
                </a:cubicBezTo>
                <a:cubicBezTo>
                  <a:pt x="489" y="516329"/>
                  <a:pt x="-1186" y="558616"/>
                  <a:pt x="1326" y="595460"/>
                </a:cubicBezTo>
                <a:cubicBezTo>
                  <a:pt x="3838" y="632304"/>
                  <a:pt x="11793" y="666636"/>
                  <a:pt x="16398" y="703480"/>
                </a:cubicBezTo>
                <a:cubicBezTo>
                  <a:pt x="21003" y="740324"/>
                  <a:pt x="23935" y="785542"/>
                  <a:pt x="28959" y="816524"/>
                </a:cubicBezTo>
                <a:cubicBezTo>
                  <a:pt x="33983" y="847506"/>
                  <a:pt x="40263" y="868859"/>
                  <a:pt x="46543" y="889374"/>
                </a:cubicBezTo>
                <a:cubicBezTo>
                  <a:pt x="52823" y="909889"/>
                  <a:pt x="60778" y="919938"/>
                  <a:pt x="66640" y="939616"/>
                </a:cubicBezTo>
                <a:cubicBezTo>
                  <a:pt x="72502" y="959294"/>
                  <a:pt x="80038" y="979390"/>
                  <a:pt x="81713" y="1007442"/>
                </a:cubicBezTo>
                <a:cubicBezTo>
                  <a:pt x="83388" y="1035494"/>
                  <a:pt x="78364" y="1077362"/>
                  <a:pt x="76689" y="1107926"/>
                </a:cubicBezTo>
                <a:cubicBezTo>
                  <a:pt x="75014" y="1138490"/>
                  <a:pt x="71664" y="1164030"/>
                  <a:pt x="71664" y="1190825"/>
                </a:cubicBezTo>
                <a:cubicBezTo>
                  <a:pt x="71664" y="1217620"/>
                  <a:pt x="76689" y="1243997"/>
                  <a:pt x="76689" y="1268699"/>
                </a:cubicBezTo>
                <a:cubicBezTo>
                  <a:pt x="76689" y="1293401"/>
                  <a:pt x="51567" y="1287540"/>
                  <a:pt x="71664" y="1339038"/>
                </a:cubicBezTo>
                <a:cubicBezTo>
                  <a:pt x="91761" y="1390536"/>
                  <a:pt x="142422" y="1483064"/>
                  <a:pt x="197269" y="1577686"/>
                </a:cubicBezTo>
                <a:cubicBezTo>
                  <a:pt x="252116" y="1672308"/>
                  <a:pt x="341714" y="1835594"/>
                  <a:pt x="400748" y="1906770"/>
                </a:cubicBezTo>
                <a:cubicBezTo>
                  <a:pt x="459782" y="1977946"/>
                  <a:pt x="515885" y="1986738"/>
                  <a:pt x="551473" y="2004741"/>
                </a:cubicBezTo>
                <a:cubicBezTo>
                  <a:pt x="587061" y="2022744"/>
                  <a:pt x="630604" y="2019813"/>
                  <a:pt x="662005" y="2012277"/>
                </a:cubicBez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B3C75D8-0B0C-0A47-21CE-CEEE07CB7073}"/>
              </a:ext>
            </a:extLst>
          </p:cNvPr>
          <p:cNvSpPr/>
          <p:nvPr/>
        </p:nvSpPr>
        <p:spPr>
          <a:xfrm>
            <a:off x="6639957" y="5089509"/>
            <a:ext cx="961753" cy="1327383"/>
          </a:xfrm>
          <a:custGeom>
            <a:avLst/>
            <a:gdLst>
              <a:gd name="connsiteX0" fmla="*/ 1140352 w 1140352"/>
              <a:gd name="connsiteY0" fmla="*/ 0 h 1405140"/>
              <a:gd name="connsiteX1" fmla="*/ 1097986 w 1140352"/>
              <a:gd name="connsiteY1" fmla="*/ 95324 h 1405140"/>
              <a:gd name="connsiteX2" fmla="*/ 1041498 w 1140352"/>
              <a:gd name="connsiteY2" fmla="*/ 155342 h 1405140"/>
              <a:gd name="connsiteX3" fmla="*/ 953235 w 1140352"/>
              <a:gd name="connsiteY3" fmla="*/ 236544 h 1405140"/>
              <a:gd name="connsiteX4" fmla="*/ 857912 w 1140352"/>
              <a:gd name="connsiteY4" fmla="*/ 307154 h 1405140"/>
              <a:gd name="connsiteX5" fmla="*/ 783771 w 1140352"/>
              <a:gd name="connsiteY5" fmla="*/ 367172 h 1405140"/>
              <a:gd name="connsiteX6" fmla="*/ 723753 w 1140352"/>
              <a:gd name="connsiteY6" fmla="*/ 455435 h 1405140"/>
              <a:gd name="connsiteX7" fmla="*/ 688448 w 1140352"/>
              <a:gd name="connsiteY7" fmla="*/ 490740 h 1405140"/>
              <a:gd name="connsiteX8" fmla="*/ 653143 w 1140352"/>
              <a:gd name="connsiteY8" fmla="*/ 603716 h 1405140"/>
              <a:gd name="connsiteX9" fmla="*/ 624899 w 1140352"/>
              <a:gd name="connsiteY9" fmla="*/ 656674 h 1405140"/>
              <a:gd name="connsiteX10" fmla="*/ 586063 w 1140352"/>
              <a:gd name="connsiteY10" fmla="*/ 748467 h 1405140"/>
              <a:gd name="connsiteX11" fmla="*/ 515453 w 1140352"/>
              <a:gd name="connsiteY11" fmla="*/ 850851 h 1405140"/>
              <a:gd name="connsiteX12" fmla="*/ 437782 w 1140352"/>
              <a:gd name="connsiteY12" fmla="*/ 914400 h 1405140"/>
              <a:gd name="connsiteX13" fmla="*/ 363641 w 1140352"/>
              <a:gd name="connsiteY13" fmla="*/ 985010 h 1405140"/>
              <a:gd name="connsiteX14" fmla="*/ 307153 w 1140352"/>
              <a:gd name="connsiteY14" fmla="*/ 1052090 h 1405140"/>
              <a:gd name="connsiteX15" fmla="*/ 278909 w 1140352"/>
              <a:gd name="connsiteY15" fmla="*/ 1119169 h 1405140"/>
              <a:gd name="connsiteX16" fmla="*/ 247135 w 1140352"/>
              <a:gd name="connsiteY16" fmla="*/ 1203901 h 1405140"/>
              <a:gd name="connsiteX17" fmla="*/ 162403 w 1140352"/>
              <a:gd name="connsiteY17" fmla="*/ 1288633 h 1405140"/>
              <a:gd name="connsiteX18" fmla="*/ 84732 w 1140352"/>
              <a:gd name="connsiteY18" fmla="*/ 1345121 h 1405140"/>
              <a:gd name="connsiteX19" fmla="*/ 28244 w 1140352"/>
              <a:gd name="connsiteY19" fmla="*/ 1387487 h 1405140"/>
              <a:gd name="connsiteX20" fmla="*/ 0 w 1140352"/>
              <a:gd name="connsiteY20" fmla="*/ 1405140 h 1405140"/>
              <a:gd name="connsiteX21" fmla="*/ 0 w 1140352"/>
              <a:gd name="connsiteY21" fmla="*/ 1405140 h 140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40352" h="1405140">
                <a:moveTo>
                  <a:pt x="1140352" y="0"/>
                </a:moveTo>
                <a:cubicBezTo>
                  <a:pt x="1127407" y="34717"/>
                  <a:pt x="1114462" y="69434"/>
                  <a:pt x="1097986" y="95324"/>
                </a:cubicBezTo>
                <a:cubicBezTo>
                  <a:pt x="1081510" y="121214"/>
                  <a:pt x="1065623" y="131805"/>
                  <a:pt x="1041498" y="155342"/>
                </a:cubicBezTo>
                <a:cubicBezTo>
                  <a:pt x="1017373" y="178879"/>
                  <a:pt x="983833" y="211242"/>
                  <a:pt x="953235" y="236544"/>
                </a:cubicBezTo>
                <a:cubicBezTo>
                  <a:pt x="922637" y="261846"/>
                  <a:pt x="886156" y="285383"/>
                  <a:pt x="857912" y="307154"/>
                </a:cubicBezTo>
                <a:cubicBezTo>
                  <a:pt x="829668" y="328925"/>
                  <a:pt x="806131" y="342459"/>
                  <a:pt x="783771" y="367172"/>
                </a:cubicBezTo>
                <a:cubicBezTo>
                  <a:pt x="761411" y="391885"/>
                  <a:pt x="739640" y="434840"/>
                  <a:pt x="723753" y="455435"/>
                </a:cubicBezTo>
                <a:cubicBezTo>
                  <a:pt x="707866" y="476030"/>
                  <a:pt x="700216" y="466027"/>
                  <a:pt x="688448" y="490740"/>
                </a:cubicBezTo>
                <a:cubicBezTo>
                  <a:pt x="676680" y="515454"/>
                  <a:pt x="663734" y="576060"/>
                  <a:pt x="653143" y="603716"/>
                </a:cubicBezTo>
                <a:cubicBezTo>
                  <a:pt x="642552" y="631372"/>
                  <a:pt x="636079" y="632549"/>
                  <a:pt x="624899" y="656674"/>
                </a:cubicBezTo>
                <a:cubicBezTo>
                  <a:pt x="613719" y="680799"/>
                  <a:pt x="604304" y="716104"/>
                  <a:pt x="586063" y="748467"/>
                </a:cubicBezTo>
                <a:cubicBezTo>
                  <a:pt x="567822" y="780830"/>
                  <a:pt x="540166" y="823196"/>
                  <a:pt x="515453" y="850851"/>
                </a:cubicBezTo>
                <a:cubicBezTo>
                  <a:pt x="490740" y="878506"/>
                  <a:pt x="463084" y="892040"/>
                  <a:pt x="437782" y="914400"/>
                </a:cubicBezTo>
                <a:cubicBezTo>
                  <a:pt x="412480" y="936760"/>
                  <a:pt x="385412" y="962062"/>
                  <a:pt x="363641" y="985010"/>
                </a:cubicBezTo>
                <a:cubicBezTo>
                  <a:pt x="341870" y="1007958"/>
                  <a:pt x="321275" y="1029730"/>
                  <a:pt x="307153" y="1052090"/>
                </a:cubicBezTo>
                <a:cubicBezTo>
                  <a:pt x="293031" y="1074450"/>
                  <a:pt x="288912" y="1093867"/>
                  <a:pt x="278909" y="1119169"/>
                </a:cubicBezTo>
                <a:cubicBezTo>
                  <a:pt x="268906" y="1144471"/>
                  <a:pt x="266553" y="1175657"/>
                  <a:pt x="247135" y="1203901"/>
                </a:cubicBezTo>
                <a:cubicBezTo>
                  <a:pt x="227717" y="1232145"/>
                  <a:pt x="189470" y="1265096"/>
                  <a:pt x="162403" y="1288633"/>
                </a:cubicBezTo>
                <a:cubicBezTo>
                  <a:pt x="135336" y="1312170"/>
                  <a:pt x="107092" y="1328645"/>
                  <a:pt x="84732" y="1345121"/>
                </a:cubicBezTo>
                <a:cubicBezTo>
                  <a:pt x="62372" y="1361597"/>
                  <a:pt x="42366" y="1377484"/>
                  <a:pt x="28244" y="1387487"/>
                </a:cubicBezTo>
                <a:cubicBezTo>
                  <a:pt x="14122" y="1397490"/>
                  <a:pt x="0" y="1405140"/>
                  <a:pt x="0" y="1405140"/>
                </a:cubicBezTo>
                <a:lnTo>
                  <a:pt x="0" y="1405140"/>
                </a:lnTo>
              </a:path>
            </a:pathLst>
          </a:custGeom>
          <a:noFill/>
          <a:ln w="539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E4B3A98D-6EF1-5788-C5C4-B22294645D32}"/>
              </a:ext>
            </a:extLst>
          </p:cNvPr>
          <p:cNvSpPr/>
          <p:nvPr/>
        </p:nvSpPr>
        <p:spPr>
          <a:xfrm>
            <a:off x="7592117" y="3895532"/>
            <a:ext cx="851137" cy="1230664"/>
          </a:xfrm>
          <a:custGeom>
            <a:avLst/>
            <a:gdLst>
              <a:gd name="connsiteX0" fmla="*/ 886940 w 1009195"/>
              <a:gd name="connsiteY0" fmla="*/ 0 h 1302755"/>
              <a:gd name="connsiteX1" fmla="*/ 886940 w 1009195"/>
              <a:gd name="connsiteY1" fmla="*/ 102384 h 1302755"/>
              <a:gd name="connsiteX2" fmla="*/ 897532 w 1009195"/>
              <a:gd name="connsiteY2" fmla="*/ 165933 h 1302755"/>
              <a:gd name="connsiteX3" fmla="*/ 904593 w 1009195"/>
              <a:gd name="connsiteY3" fmla="*/ 264787 h 1302755"/>
              <a:gd name="connsiteX4" fmla="*/ 904593 w 1009195"/>
              <a:gd name="connsiteY4" fmla="*/ 321275 h 1302755"/>
              <a:gd name="connsiteX5" fmla="*/ 918715 w 1009195"/>
              <a:gd name="connsiteY5" fmla="*/ 391885 h 1302755"/>
              <a:gd name="connsiteX6" fmla="*/ 936367 w 1009195"/>
              <a:gd name="connsiteY6" fmla="*/ 473087 h 1302755"/>
              <a:gd name="connsiteX7" fmla="*/ 982264 w 1009195"/>
              <a:gd name="connsiteY7" fmla="*/ 561349 h 1302755"/>
              <a:gd name="connsiteX8" fmla="*/ 996386 w 1009195"/>
              <a:gd name="connsiteY8" fmla="*/ 642551 h 1302755"/>
              <a:gd name="connsiteX9" fmla="*/ 1006977 w 1009195"/>
              <a:gd name="connsiteY9" fmla="*/ 727283 h 1302755"/>
              <a:gd name="connsiteX10" fmla="*/ 1003447 w 1009195"/>
              <a:gd name="connsiteY10" fmla="*/ 808484 h 1302755"/>
              <a:gd name="connsiteX11" fmla="*/ 950489 w 1009195"/>
              <a:gd name="connsiteY11" fmla="*/ 882625 h 1302755"/>
              <a:gd name="connsiteX12" fmla="*/ 848105 w 1009195"/>
              <a:gd name="connsiteY12" fmla="*/ 963827 h 1302755"/>
              <a:gd name="connsiteX13" fmla="*/ 756312 w 1009195"/>
              <a:gd name="connsiteY13" fmla="*/ 1027376 h 1302755"/>
              <a:gd name="connsiteX14" fmla="*/ 675110 w 1009195"/>
              <a:gd name="connsiteY14" fmla="*/ 1087394 h 1302755"/>
              <a:gd name="connsiteX15" fmla="*/ 558604 w 1009195"/>
              <a:gd name="connsiteY15" fmla="*/ 1136821 h 1302755"/>
              <a:gd name="connsiteX16" fmla="*/ 406792 w 1009195"/>
              <a:gd name="connsiteY16" fmla="*/ 1172126 h 1302755"/>
              <a:gd name="connsiteX17" fmla="*/ 286755 w 1009195"/>
              <a:gd name="connsiteY17" fmla="*/ 1189779 h 1302755"/>
              <a:gd name="connsiteX18" fmla="*/ 184370 w 1009195"/>
              <a:gd name="connsiteY18" fmla="*/ 1221553 h 1302755"/>
              <a:gd name="connsiteX19" fmla="*/ 89047 w 1009195"/>
              <a:gd name="connsiteY19" fmla="*/ 1253328 h 1302755"/>
              <a:gd name="connsiteX20" fmla="*/ 57272 w 1009195"/>
              <a:gd name="connsiteY20" fmla="*/ 1256858 h 1302755"/>
              <a:gd name="connsiteX21" fmla="*/ 7845 w 1009195"/>
              <a:gd name="connsiteY21" fmla="*/ 1285102 h 1302755"/>
              <a:gd name="connsiteX22" fmla="*/ 784 w 1009195"/>
              <a:gd name="connsiteY22" fmla="*/ 1302755 h 1302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09195" h="1302755">
                <a:moveTo>
                  <a:pt x="886940" y="0"/>
                </a:moveTo>
                <a:cubicBezTo>
                  <a:pt x="886057" y="37364"/>
                  <a:pt x="885175" y="74729"/>
                  <a:pt x="886940" y="102384"/>
                </a:cubicBezTo>
                <a:cubicBezTo>
                  <a:pt x="888705" y="130040"/>
                  <a:pt x="894590" y="138866"/>
                  <a:pt x="897532" y="165933"/>
                </a:cubicBezTo>
                <a:cubicBezTo>
                  <a:pt x="900474" y="193000"/>
                  <a:pt x="903416" y="238897"/>
                  <a:pt x="904593" y="264787"/>
                </a:cubicBezTo>
                <a:cubicBezTo>
                  <a:pt x="905770" y="290677"/>
                  <a:pt x="902239" y="300092"/>
                  <a:pt x="904593" y="321275"/>
                </a:cubicBezTo>
                <a:cubicBezTo>
                  <a:pt x="906947" y="342458"/>
                  <a:pt x="913419" y="366583"/>
                  <a:pt x="918715" y="391885"/>
                </a:cubicBezTo>
                <a:cubicBezTo>
                  <a:pt x="924011" y="417187"/>
                  <a:pt x="925776" y="444843"/>
                  <a:pt x="936367" y="473087"/>
                </a:cubicBezTo>
                <a:cubicBezTo>
                  <a:pt x="946958" y="501331"/>
                  <a:pt x="972261" y="533105"/>
                  <a:pt x="982264" y="561349"/>
                </a:cubicBezTo>
                <a:cubicBezTo>
                  <a:pt x="992267" y="589593"/>
                  <a:pt x="992267" y="614895"/>
                  <a:pt x="996386" y="642551"/>
                </a:cubicBezTo>
                <a:cubicBezTo>
                  <a:pt x="1000505" y="670207"/>
                  <a:pt x="1005800" y="699628"/>
                  <a:pt x="1006977" y="727283"/>
                </a:cubicBezTo>
                <a:cubicBezTo>
                  <a:pt x="1008154" y="754938"/>
                  <a:pt x="1012862" y="782594"/>
                  <a:pt x="1003447" y="808484"/>
                </a:cubicBezTo>
                <a:cubicBezTo>
                  <a:pt x="994032" y="834374"/>
                  <a:pt x="976379" y="856735"/>
                  <a:pt x="950489" y="882625"/>
                </a:cubicBezTo>
                <a:cubicBezTo>
                  <a:pt x="924599" y="908516"/>
                  <a:pt x="880468" y="939702"/>
                  <a:pt x="848105" y="963827"/>
                </a:cubicBezTo>
                <a:cubicBezTo>
                  <a:pt x="815742" y="987952"/>
                  <a:pt x="785144" y="1006782"/>
                  <a:pt x="756312" y="1027376"/>
                </a:cubicBezTo>
                <a:cubicBezTo>
                  <a:pt x="727480" y="1047970"/>
                  <a:pt x="708061" y="1069153"/>
                  <a:pt x="675110" y="1087394"/>
                </a:cubicBezTo>
                <a:cubicBezTo>
                  <a:pt x="642159" y="1105635"/>
                  <a:pt x="603324" y="1122699"/>
                  <a:pt x="558604" y="1136821"/>
                </a:cubicBezTo>
                <a:cubicBezTo>
                  <a:pt x="513884" y="1150943"/>
                  <a:pt x="452100" y="1163300"/>
                  <a:pt x="406792" y="1172126"/>
                </a:cubicBezTo>
                <a:cubicBezTo>
                  <a:pt x="361484" y="1180952"/>
                  <a:pt x="323825" y="1181541"/>
                  <a:pt x="286755" y="1189779"/>
                </a:cubicBezTo>
                <a:cubicBezTo>
                  <a:pt x="249685" y="1198017"/>
                  <a:pt x="217321" y="1210962"/>
                  <a:pt x="184370" y="1221553"/>
                </a:cubicBezTo>
                <a:cubicBezTo>
                  <a:pt x="151419" y="1232144"/>
                  <a:pt x="110230" y="1247444"/>
                  <a:pt x="89047" y="1253328"/>
                </a:cubicBezTo>
                <a:cubicBezTo>
                  <a:pt x="67864" y="1259212"/>
                  <a:pt x="70806" y="1251562"/>
                  <a:pt x="57272" y="1256858"/>
                </a:cubicBezTo>
                <a:cubicBezTo>
                  <a:pt x="43738" y="1262154"/>
                  <a:pt x="17260" y="1277453"/>
                  <a:pt x="7845" y="1285102"/>
                </a:cubicBezTo>
                <a:cubicBezTo>
                  <a:pt x="-1570" y="1292751"/>
                  <a:pt x="-393" y="1297753"/>
                  <a:pt x="784" y="1302755"/>
                </a:cubicBezTo>
              </a:path>
            </a:pathLst>
          </a:custGeom>
          <a:noFill/>
          <a:ln w="539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8ED60C9-047B-C499-4879-981FE64F8544}"/>
              </a:ext>
            </a:extLst>
          </p:cNvPr>
          <p:cNvSpPr/>
          <p:nvPr/>
        </p:nvSpPr>
        <p:spPr>
          <a:xfrm>
            <a:off x="8167215" y="2070485"/>
            <a:ext cx="854115" cy="1820451"/>
          </a:xfrm>
          <a:custGeom>
            <a:avLst/>
            <a:gdLst>
              <a:gd name="connsiteX0" fmla="*/ 0 w 1012725"/>
              <a:gd name="connsiteY0" fmla="*/ 0 h 1927091"/>
              <a:gd name="connsiteX1" fmla="*/ 65527 w 1012725"/>
              <a:gd name="connsiteY1" fmla="*/ 68506 h 1927091"/>
              <a:gd name="connsiteX2" fmla="*/ 151904 w 1012725"/>
              <a:gd name="connsiteY2" fmla="*/ 154883 h 1927091"/>
              <a:gd name="connsiteX3" fmla="*/ 217431 w 1012725"/>
              <a:gd name="connsiteY3" fmla="*/ 226367 h 1927091"/>
              <a:gd name="connsiteX4" fmla="*/ 333592 w 1012725"/>
              <a:gd name="connsiteY4" fmla="*/ 333593 h 1927091"/>
              <a:gd name="connsiteX5" fmla="*/ 408055 w 1012725"/>
              <a:gd name="connsiteY5" fmla="*/ 402098 h 1927091"/>
              <a:gd name="connsiteX6" fmla="*/ 476561 w 1012725"/>
              <a:gd name="connsiteY6" fmla="*/ 449754 h 1927091"/>
              <a:gd name="connsiteX7" fmla="*/ 586765 w 1012725"/>
              <a:gd name="connsiteY7" fmla="*/ 527195 h 1927091"/>
              <a:gd name="connsiteX8" fmla="*/ 723776 w 1012725"/>
              <a:gd name="connsiteY8" fmla="*/ 592722 h 1927091"/>
              <a:gd name="connsiteX9" fmla="*/ 831002 w 1012725"/>
              <a:gd name="connsiteY9" fmla="*/ 658249 h 1927091"/>
              <a:gd name="connsiteX10" fmla="*/ 908443 w 1012725"/>
              <a:gd name="connsiteY10" fmla="*/ 726755 h 1927091"/>
              <a:gd name="connsiteX11" fmla="*/ 953121 w 1012725"/>
              <a:gd name="connsiteY11" fmla="*/ 804196 h 1927091"/>
              <a:gd name="connsiteX12" fmla="*/ 1000777 w 1012725"/>
              <a:gd name="connsiteY12" fmla="*/ 908443 h 1927091"/>
              <a:gd name="connsiteX13" fmla="*/ 1012691 w 1012725"/>
              <a:gd name="connsiteY13" fmla="*/ 1018648 h 1927091"/>
              <a:gd name="connsiteX14" fmla="*/ 1003755 w 1012725"/>
              <a:gd name="connsiteY14" fmla="*/ 1134810 h 1927091"/>
              <a:gd name="connsiteX15" fmla="*/ 985884 w 1012725"/>
              <a:gd name="connsiteY15" fmla="*/ 1247993 h 1927091"/>
              <a:gd name="connsiteX16" fmla="*/ 944185 w 1012725"/>
              <a:gd name="connsiteY16" fmla="*/ 1393939 h 1927091"/>
              <a:gd name="connsiteX17" fmla="*/ 878658 w 1012725"/>
              <a:gd name="connsiteY17" fmla="*/ 1530950 h 1927091"/>
              <a:gd name="connsiteX18" fmla="*/ 780368 w 1012725"/>
              <a:gd name="connsiteY18" fmla="*/ 1626262 h 1927091"/>
              <a:gd name="connsiteX19" fmla="*/ 667185 w 1012725"/>
              <a:gd name="connsiteY19" fmla="*/ 1676897 h 1927091"/>
              <a:gd name="connsiteX20" fmla="*/ 586765 w 1012725"/>
              <a:gd name="connsiteY20" fmla="*/ 1712639 h 1927091"/>
              <a:gd name="connsiteX21" fmla="*/ 542088 w 1012725"/>
              <a:gd name="connsiteY21" fmla="*/ 1721574 h 1927091"/>
              <a:gd name="connsiteX22" fmla="*/ 494432 w 1012725"/>
              <a:gd name="connsiteY22" fmla="*/ 1742424 h 1927091"/>
              <a:gd name="connsiteX23" fmla="*/ 425926 w 1012725"/>
              <a:gd name="connsiteY23" fmla="*/ 1790080 h 1927091"/>
              <a:gd name="connsiteX24" fmla="*/ 321678 w 1012725"/>
              <a:gd name="connsiteY24" fmla="*/ 1864543 h 1927091"/>
              <a:gd name="connsiteX25" fmla="*/ 256151 w 1012725"/>
              <a:gd name="connsiteY25" fmla="*/ 1912199 h 1927091"/>
              <a:gd name="connsiteX26" fmla="*/ 202538 w 1012725"/>
              <a:gd name="connsiteY26" fmla="*/ 1927091 h 1927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12725" h="1927091">
                <a:moveTo>
                  <a:pt x="0" y="0"/>
                </a:moveTo>
                <a:cubicBezTo>
                  <a:pt x="20105" y="21346"/>
                  <a:pt x="40210" y="42692"/>
                  <a:pt x="65527" y="68506"/>
                </a:cubicBezTo>
                <a:cubicBezTo>
                  <a:pt x="90844" y="94320"/>
                  <a:pt x="126587" y="128573"/>
                  <a:pt x="151904" y="154883"/>
                </a:cubicBezTo>
                <a:cubicBezTo>
                  <a:pt x="177221" y="181193"/>
                  <a:pt x="187150" y="196582"/>
                  <a:pt x="217431" y="226367"/>
                </a:cubicBezTo>
                <a:cubicBezTo>
                  <a:pt x="247712" y="256152"/>
                  <a:pt x="333592" y="333593"/>
                  <a:pt x="333592" y="333593"/>
                </a:cubicBezTo>
                <a:cubicBezTo>
                  <a:pt x="365363" y="362881"/>
                  <a:pt x="384227" y="382738"/>
                  <a:pt x="408055" y="402098"/>
                </a:cubicBezTo>
                <a:cubicBezTo>
                  <a:pt x="431883" y="421458"/>
                  <a:pt x="476561" y="449754"/>
                  <a:pt x="476561" y="449754"/>
                </a:cubicBezTo>
                <a:cubicBezTo>
                  <a:pt x="506346" y="470604"/>
                  <a:pt x="545563" y="503367"/>
                  <a:pt x="586765" y="527195"/>
                </a:cubicBezTo>
                <a:cubicBezTo>
                  <a:pt x="627967" y="551023"/>
                  <a:pt x="683070" y="570880"/>
                  <a:pt x="723776" y="592722"/>
                </a:cubicBezTo>
                <a:cubicBezTo>
                  <a:pt x="764482" y="614564"/>
                  <a:pt x="800224" y="635910"/>
                  <a:pt x="831002" y="658249"/>
                </a:cubicBezTo>
                <a:cubicBezTo>
                  <a:pt x="861780" y="680588"/>
                  <a:pt x="888090" y="702431"/>
                  <a:pt x="908443" y="726755"/>
                </a:cubicBezTo>
                <a:cubicBezTo>
                  <a:pt x="928796" y="751079"/>
                  <a:pt x="937732" y="773915"/>
                  <a:pt x="953121" y="804196"/>
                </a:cubicBezTo>
                <a:cubicBezTo>
                  <a:pt x="968510" y="834477"/>
                  <a:pt x="990849" y="872701"/>
                  <a:pt x="1000777" y="908443"/>
                </a:cubicBezTo>
                <a:cubicBezTo>
                  <a:pt x="1010705" y="944185"/>
                  <a:pt x="1012195" y="980920"/>
                  <a:pt x="1012691" y="1018648"/>
                </a:cubicBezTo>
                <a:cubicBezTo>
                  <a:pt x="1013187" y="1056376"/>
                  <a:pt x="1008223" y="1096586"/>
                  <a:pt x="1003755" y="1134810"/>
                </a:cubicBezTo>
                <a:cubicBezTo>
                  <a:pt x="999287" y="1173034"/>
                  <a:pt x="995812" y="1204805"/>
                  <a:pt x="985884" y="1247993"/>
                </a:cubicBezTo>
                <a:cubicBezTo>
                  <a:pt x="975956" y="1291181"/>
                  <a:pt x="962056" y="1346780"/>
                  <a:pt x="944185" y="1393939"/>
                </a:cubicBezTo>
                <a:cubicBezTo>
                  <a:pt x="926314" y="1441098"/>
                  <a:pt x="905961" y="1492230"/>
                  <a:pt x="878658" y="1530950"/>
                </a:cubicBezTo>
                <a:cubicBezTo>
                  <a:pt x="851355" y="1569670"/>
                  <a:pt x="815613" y="1601938"/>
                  <a:pt x="780368" y="1626262"/>
                </a:cubicBezTo>
                <a:cubicBezTo>
                  <a:pt x="745123" y="1650586"/>
                  <a:pt x="667185" y="1676897"/>
                  <a:pt x="667185" y="1676897"/>
                </a:cubicBezTo>
                <a:cubicBezTo>
                  <a:pt x="634918" y="1691293"/>
                  <a:pt x="607614" y="1705193"/>
                  <a:pt x="586765" y="1712639"/>
                </a:cubicBezTo>
                <a:cubicBezTo>
                  <a:pt x="565916" y="1720085"/>
                  <a:pt x="557477" y="1716610"/>
                  <a:pt x="542088" y="1721574"/>
                </a:cubicBezTo>
                <a:cubicBezTo>
                  <a:pt x="526699" y="1726538"/>
                  <a:pt x="513792" y="1731006"/>
                  <a:pt x="494432" y="1742424"/>
                </a:cubicBezTo>
                <a:cubicBezTo>
                  <a:pt x="475072" y="1753842"/>
                  <a:pt x="425926" y="1790080"/>
                  <a:pt x="425926" y="1790080"/>
                </a:cubicBezTo>
                <a:lnTo>
                  <a:pt x="321678" y="1864543"/>
                </a:lnTo>
                <a:cubicBezTo>
                  <a:pt x="293382" y="1884896"/>
                  <a:pt x="276008" y="1901774"/>
                  <a:pt x="256151" y="1912199"/>
                </a:cubicBezTo>
                <a:cubicBezTo>
                  <a:pt x="236294" y="1922624"/>
                  <a:pt x="219416" y="1924857"/>
                  <a:pt x="202538" y="1927091"/>
                </a:cubicBezTo>
              </a:path>
            </a:pathLst>
          </a:custGeom>
          <a:noFill/>
          <a:ln w="539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4C8E1F8-9127-FC4F-C5B0-1D11D4DC566F}"/>
              </a:ext>
            </a:extLst>
          </p:cNvPr>
          <p:cNvSpPr/>
          <p:nvPr/>
        </p:nvSpPr>
        <p:spPr>
          <a:xfrm>
            <a:off x="6627348" y="2064858"/>
            <a:ext cx="1718219" cy="1831705"/>
          </a:xfrm>
          <a:custGeom>
            <a:avLst/>
            <a:gdLst>
              <a:gd name="connsiteX0" fmla="*/ 0 w 2037295"/>
              <a:gd name="connsiteY0" fmla="*/ 0 h 1939005"/>
              <a:gd name="connsiteX1" fmla="*/ 68505 w 2037295"/>
              <a:gd name="connsiteY1" fmla="*/ 83399 h 1939005"/>
              <a:gd name="connsiteX2" fmla="*/ 160839 w 2037295"/>
              <a:gd name="connsiteY2" fmla="*/ 226367 h 1939005"/>
              <a:gd name="connsiteX3" fmla="*/ 271043 w 2037295"/>
              <a:gd name="connsiteY3" fmla="*/ 372313 h 1939005"/>
              <a:gd name="connsiteX4" fmla="*/ 390183 w 2037295"/>
              <a:gd name="connsiteY4" fmla="*/ 488475 h 1939005"/>
              <a:gd name="connsiteX5" fmla="*/ 491453 w 2037295"/>
              <a:gd name="connsiteY5" fmla="*/ 619529 h 1939005"/>
              <a:gd name="connsiteX6" fmla="*/ 598679 w 2037295"/>
              <a:gd name="connsiteY6" fmla="*/ 726755 h 1939005"/>
              <a:gd name="connsiteX7" fmla="*/ 670163 w 2037295"/>
              <a:gd name="connsiteY7" fmla="*/ 860787 h 1939005"/>
              <a:gd name="connsiteX8" fmla="*/ 771432 w 2037295"/>
              <a:gd name="connsiteY8" fmla="*/ 997799 h 1939005"/>
              <a:gd name="connsiteX9" fmla="*/ 836959 w 2037295"/>
              <a:gd name="connsiteY9" fmla="*/ 1084175 h 1939005"/>
              <a:gd name="connsiteX10" fmla="*/ 899507 w 2037295"/>
              <a:gd name="connsiteY10" fmla="*/ 1167573 h 1939005"/>
              <a:gd name="connsiteX11" fmla="*/ 1033540 w 2037295"/>
              <a:gd name="connsiteY11" fmla="*/ 1230122 h 1939005"/>
              <a:gd name="connsiteX12" fmla="*/ 1173529 w 2037295"/>
              <a:gd name="connsiteY12" fmla="*/ 1265864 h 1939005"/>
              <a:gd name="connsiteX13" fmla="*/ 1313519 w 2037295"/>
              <a:gd name="connsiteY13" fmla="*/ 1316498 h 1939005"/>
              <a:gd name="connsiteX14" fmla="*/ 1462444 w 2037295"/>
              <a:gd name="connsiteY14" fmla="*/ 1355219 h 1939005"/>
              <a:gd name="connsiteX15" fmla="*/ 1605412 w 2037295"/>
              <a:gd name="connsiteY15" fmla="*/ 1432660 h 1939005"/>
              <a:gd name="connsiteX16" fmla="*/ 1703703 w 2037295"/>
              <a:gd name="connsiteY16" fmla="*/ 1524993 h 1939005"/>
              <a:gd name="connsiteX17" fmla="*/ 1804972 w 2037295"/>
              <a:gd name="connsiteY17" fmla="*/ 1641155 h 1939005"/>
              <a:gd name="connsiteX18" fmla="*/ 1927090 w 2037295"/>
              <a:gd name="connsiteY18" fmla="*/ 1790080 h 1939005"/>
              <a:gd name="connsiteX19" fmla="*/ 2013467 w 2037295"/>
              <a:gd name="connsiteY19" fmla="*/ 1882414 h 1939005"/>
              <a:gd name="connsiteX20" fmla="*/ 2037295 w 2037295"/>
              <a:gd name="connsiteY20" fmla="*/ 1939005 h 193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37295" h="1939005">
                <a:moveTo>
                  <a:pt x="0" y="0"/>
                </a:moveTo>
                <a:cubicBezTo>
                  <a:pt x="20849" y="22835"/>
                  <a:pt x="41699" y="45671"/>
                  <a:pt x="68505" y="83399"/>
                </a:cubicBezTo>
                <a:cubicBezTo>
                  <a:pt x="95311" y="121127"/>
                  <a:pt x="127083" y="178215"/>
                  <a:pt x="160839" y="226367"/>
                </a:cubicBezTo>
                <a:cubicBezTo>
                  <a:pt x="194595" y="274519"/>
                  <a:pt x="232819" y="328628"/>
                  <a:pt x="271043" y="372313"/>
                </a:cubicBezTo>
                <a:cubicBezTo>
                  <a:pt x="309267" y="415998"/>
                  <a:pt x="353448" y="447272"/>
                  <a:pt x="390183" y="488475"/>
                </a:cubicBezTo>
                <a:cubicBezTo>
                  <a:pt x="426918" y="529678"/>
                  <a:pt x="456704" y="579816"/>
                  <a:pt x="491453" y="619529"/>
                </a:cubicBezTo>
                <a:cubicBezTo>
                  <a:pt x="526202" y="659242"/>
                  <a:pt x="568894" y="686545"/>
                  <a:pt x="598679" y="726755"/>
                </a:cubicBezTo>
                <a:cubicBezTo>
                  <a:pt x="628464" y="766965"/>
                  <a:pt x="641371" y="815613"/>
                  <a:pt x="670163" y="860787"/>
                </a:cubicBezTo>
                <a:cubicBezTo>
                  <a:pt x="698955" y="905961"/>
                  <a:pt x="743633" y="960568"/>
                  <a:pt x="771432" y="997799"/>
                </a:cubicBezTo>
                <a:cubicBezTo>
                  <a:pt x="799231" y="1035030"/>
                  <a:pt x="836959" y="1084175"/>
                  <a:pt x="836959" y="1084175"/>
                </a:cubicBezTo>
                <a:cubicBezTo>
                  <a:pt x="858305" y="1112471"/>
                  <a:pt x="866744" y="1143249"/>
                  <a:pt x="899507" y="1167573"/>
                </a:cubicBezTo>
                <a:cubicBezTo>
                  <a:pt x="932270" y="1191897"/>
                  <a:pt x="987870" y="1213740"/>
                  <a:pt x="1033540" y="1230122"/>
                </a:cubicBezTo>
                <a:cubicBezTo>
                  <a:pt x="1079210" y="1246504"/>
                  <a:pt x="1126866" y="1251468"/>
                  <a:pt x="1173529" y="1265864"/>
                </a:cubicBezTo>
                <a:cubicBezTo>
                  <a:pt x="1220192" y="1280260"/>
                  <a:pt x="1265367" y="1301606"/>
                  <a:pt x="1313519" y="1316498"/>
                </a:cubicBezTo>
                <a:cubicBezTo>
                  <a:pt x="1361672" y="1331391"/>
                  <a:pt x="1413795" y="1335859"/>
                  <a:pt x="1462444" y="1355219"/>
                </a:cubicBezTo>
                <a:cubicBezTo>
                  <a:pt x="1511093" y="1374579"/>
                  <a:pt x="1565202" y="1404364"/>
                  <a:pt x="1605412" y="1432660"/>
                </a:cubicBezTo>
                <a:cubicBezTo>
                  <a:pt x="1645622" y="1460956"/>
                  <a:pt x="1670443" y="1490244"/>
                  <a:pt x="1703703" y="1524993"/>
                </a:cubicBezTo>
                <a:cubicBezTo>
                  <a:pt x="1736963" y="1559742"/>
                  <a:pt x="1767741" y="1596974"/>
                  <a:pt x="1804972" y="1641155"/>
                </a:cubicBezTo>
                <a:cubicBezTo>
                  <a:pt x="1842203" y="1685336"/>
                  <a:pt x="1892341" y="1749870"/>
                  <a:pt x="1927090" y="1790080"/>
                </a:cubicBezTo>
                <a:cubicBezTo>
                  <a:pt x="1961839" y="1830290"/>
                  <a:pt x="1995100" y="1857593"/>
                  <a:pt x="2013467" y="1882414"/>
                </a:cubicBezTo>
                <a:cubicBezTo>
                  <a:pt x="2031834" y="1907235"/>
                  <a:pt x="2034564" y="1923120"/>
                  <a:pt x="2037295" y="1939005"/>
                </a:cubicBezTo>
              </a:path>
            </a:pathLst>
          </a:custGeom>
          <a:noFill/>
          <a:ln w="539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478D0C0E-C738-01D5-D913-0681300E0BAB}"/>
              </a:ext>
            </a:extLst>
          </p:cNvPr>
          <p:cNvSpPr/>
          <p:nvPr/>
        </p:nvSpPr>
        <p:spPr>
          <a:xfrm>
            <a:off x="5170379" y="1884783"/>
            <a:ext cx="535060" cy="1603797"/>
          </a:xfrm>
          <a:custGeom>
            <a:avLst/>
            <a:gdLst>
              <a:gd name="connsiteX0" fmla="*/ 0 w 634421"/>
              <a:gd name="connsiteY0" fmla="*/ 0 h 1697746"/>
              <a:gd name="connsiteX1" fmla="*/ 68505 w 634421"/>
              <a:gd name="connsiteY1" fmla="*/ 53613 h 1697746"/>
              <a:gd name="connsiteX2" fmla="*/ 95312 w 634421"/>
              <a:gd name="connsiteY2" fmla="*/ 107226 h 1697746"/>
              <a:gd name="connsiteX3" fmla="*/ 116161 w 634421"/>
              <a:gd name="connsiteY3" fmla="*/ 178710 h 1697746"/>
              <a:gd name="connsiteX4" fmla="*/ 131054 w 634421"/>
              <a:gd name="connsiteY4" fmla="*/ 253173 h 1697746"/>
              <a:gd name="connsiteX5" fmla="*/ 199559 w 634421"/>
              <a:gd name="connsiteY5" fmla="*/ 309765 h 1697746"/>
              <a:gd name="connsiteX6" fmla="*/ 277000 w 634421"/>
              <a:gd name="connsiteY6" fmla="*/ 369335 h 1697746"/>
              <a:gd name="connsiteX7" fmla="*/ 321678 w 634421"/>
              <a:gd name="connsiteY7" fmla="*/ 437840 h 1697746"/>
              <a:gd name="connsiteX8" fmla="*/ 366356 w 634421"/>
              <a:gd name="connsiteY8" fmla="*/ 518260 h 1697746"/>
              <a:gd name="connsiteX9" fmla="*/ 375291 w 634421"/>
              <a:gd name="connsiteY9" fmla="*/ 583787 h 1697746"/>
              <a:gd name="connsiteX10" fmla="*/ 416990 w 634421"/>
              <a:gd name="connsiteY10" fmla="*/ 634421 h 1697746"/>
              <a:gd name="connsiteX11" fmla="*/ 419969 w 634421"/>
              <a:gd name="connsiteY11" fmla="*/ 720798 h 1697746"/>
              <a:gd name="connsiteX12" fmla="*/ 422947 w 634421"/>
              <a:gd name="connsiteY12" fmla="*/ 780368 h 1697746"/>
              <a:gd name="connsiteX13" fmla="*/ 437840 w 634421"/>
              <a:gd name="connsiteY13" fmla="*/ 884615 h 1697746"/>
              <a:gd name="connsiteX14" fmla="*/ 470603 w 634421"/>
              <a:gd name="connsiteY14" fmla="*/ 985884 h 1697746"/>
              <a:gd name="connsiteX15" fmla="*/ 518259 w 634421"/>
              <a:gd name="connsiteY15" fmla="*/ 1137788 h 1697746"/>
              <a:gd name="connsiteX16" fmla="*/ 559958 w 634421"/>
              <a:gd name="connsiteY16" fmla="*/ 1310541 h 1697746"/>
              <a:gd name="connsiteX17" fmla="*/ 583786 w 634421"/>
              <a:gd name="connsiteY17" fmla="*/ 1441595 h 1697746"/>
              <a:gd name="connsiteX18" fmla="*/ 616550 w 634421"/>
              <a:gd name="connsiteY18" fmla="*/ 1554778 h 1697746"/>
              <a:gd name="connsiteX19" fmla="*/ 622507 w 634421"/>
              <a:gd name="connsiteY19" fmla="*/ 1623284 h 1697746"/>
              <a:gd name="connsiteX20" fmla="*/ 634421 w 634421"/>
              <a:gd name="connsiteY20" fmla="*/ 1697746 h 1697746"/>
              <a:gd name="connsiteX21" fmla="*/ 634421 w 634421"/>
              <a:gd name="connsiteY21" fmla="*/ 1697746 h 1697746"/>
              <a:gd name="connsiteX22" fmla="*/ 634421 w 634421"/>
              <a:gd name="connsiteY22" fmla="*/ 1697746 h 169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34421" h="1697746">
                <a:moveTo>
                  <a:pt x="0" y="0"/>
                </a:moveTo>
                <a:cubicBezTo>
                  <a:pt x="26310" y="17871"/>
                  <a:pt x="52620" y="35742"/>
                  <a:pt x="68505" y="53613"/>
                </a:cubicBezTo>
                <a:cubicBezTo>
                  <a:pt x="84390" y="71484"/>
                  <a:pt x="87369" y="86377"/>
                  <a:pt x="95312" y="107226"/>
                </a:cubicBezTo>
                <a:cubicBezTo>
                  <a:pt x="103255" y="128075"/>
                  <a:pt x="110204" y="154386"/>
                  <a:pt x="116161" y="178710"/>
                </a:cubicBezTo>
                <a:cubicBezTo>
                  <a:pt x="122118" y="203034"/>
                  <a:pt x="117154" y="231331"/>
                  <a:pt x="131054" y="253173"/>
                </a:cubicBezTo>
                <a:cubicBezTo>
                  <a:pt x="144954" y="275015"/>
                  <a:pt x="175235" y="290405"/>
                  <a:pt x="199559" y="309765"/>
                </a:cubicBezTo>
                <a:cubicBezTo>
                  <a:pt x="223883" y="329125"/>
                  <a:pt x="256647" y="347989"/>
                  <a:pt x="277000" y="369335"/>
                </a:cubicBezTo>
                <a:cubicBezTo>
                  <a:pt x="297353" y="390681"/>
                  <a:pt x="306785" y="413019"/>
                  <a:pt x="321678" y="437840"/>
                </a:cubicBezTo>
                <a:cubicBezTo>
                  <a:pt x="336571" y="462661"/>
                  <a:pt x="357421" y="493936"/>
                  <a:pt x="366356" y="518260"/>
                </a:cubicBezTo>
                <a:cubicBezTo>
                  <a:pt x="375291" y="542584"/>
                  <a:pt x="366852" y="564427"/>
                  <a:pt x="375291" y="583787"/>
                </a:cubicBezTo>
                <a:cubicBezTo>
                  <a:pt x="383730" y="603147"/>
                  <a:pt x="409544" y="611586"/>
                  <a:pt x="416990" y="634421"/>
                </a:cubicBezTo>
                <a:cubicBezTo>
                  <a:pt x="424436" y="657256"/>
                  <a:pt x="418976" y="696474"/>
                  <a:pt x="419969" y="720798"/>
                </a:cubicBezTo>
                <a:cubicBezTo>
                  <a:pt x="420962" y="745122"/>
                  <a:pt x="419969" y="753065"/>
                  <a:pt x="422947" y="780368"/>
                </a:cubicBezTo>
                <a:cubicBezTo>
                  <a:pt x="425925" y="807671"/>
                  <a:pt x="429897" y="850362"/>
                  <a:pt x="437840" y="884615"/>
                </a:cubicBezTo>
                <a:cubicBezTo>
                  <a:pt x="445783" y="918868"/>
                  <a:pt x="457200" y="943689"/>
                  <a:pt x="470603" y="985884"/>
                </a:cubicBezTo>
                <a:cubicBezTo>
                  <a:pt x="484006" y="1028079"/>
                  <a:pt x="503366" y="1083678"/>
                  <a:pt x="518259" y="1137788"/>
                </a:cubicBezTo>
                <a:cubicBezTo>
                  <a:pt x="533152" y="1191898"/>
                  <a:pt x="549037" y="1259907"/>
                  <a:pt x="559958" y="1310541"/>
                </a:cubicBezTo>
                <a:cubicBezTo>
                  <a:pt x="570879" y="1361176"/>
                  <a:pt x="574354" y="1400889"/>
                  <a:pt x="583786" y="1441595"/>
                </a:cubicBezTo>
                <a:cubicBezTo>
                  <a:pt x="593218" y="1482301"/>
                  <a:pt x="610097" y="1524497"/>
                  <a:pt x="616550" y="1554778"/>
                </a:cubicBezTo>
                <a:cubicBezTo>
                  <a:pt x="623004" y="1585060"/>
                  <a:pt x="619529" y="1599456"/>
                  <a:pt x="622507" y="1623284"/>
                </a:cubicBezTo>
                <a:cubicBezTo>
                  <a:pt x="625486" y="1647112"/>
                  <a:pt x="634421" y="1697746"/>
                  <a:pt x="634421" y="1697746"/>
                </a:cubicBezTo>
                <a:lnTo>
                  <a:pt x="634421" y="1697746"/>
                </a:lnTo>
                <a:lnTo>
                  <a:pt x="634421" y="1697746"/>
                </a:lnTo>
              </a:path>
            </a:pathLst>
          </a:custGeom>
          <a:noFill/>
          <a:ln w="539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B1A66C7-90F9-3148-CA85-346447C73BA8}"/>
              </a:ext>
            </a:extLst>
          </p:cNvPr>
          <p:cNvSpPr/>
          <p:nvPr/>
        </p:nvSpPr>
        <p:spPr>
          <a:xfrm>
            <a:off x="3180861" y="3142284"/>
            <a:ext cx="2527088" cy="335040"/>
          </a:xfrm>
          <a:custGeom>
            <a:avLst/>
            <a:gdLst>
              <a:gd name="connsiteX0" fmla="*/ 0 w 2996372"/>
              <a:gd name="connsiteY0" fmla="*/ 307011 h 354667"/>
              <a:gd name="connsiteX1" fmla="*/ 139989 w 2996372"/>
              <a:gd name="connsiteY1" fmla="*/ 277226 h 354667"/>
              <a:gd name="connsiteX2" fmla="*/ 354441 w 2996372"/>
              <a:gd name="connsiteY2" fmla="*/ 226592 h 354667"/>
              <a:gd name="connsiteX3" fmla="*/ 556979 w 2996372"/>
              <a:gd name="connsiteY3" fmla="*/ 175957 h 354667"/>
              <a:gd name="connsiteX4" fmla="*/ 789302 w 2996372"/>
              <a:gd name="connsiteY4" fmla="*/ 113409 h 354667"/>
              <a:gd name="connsiteX5" fmla="*/ 982905 w 2996372"/>
              <a:gd name="connsiteY5" fmla="*/ 68731 h 354667"/>
              <a:gd name="connsiteX6" fmla="*/ 1185443 w 2996372"/>
              <a:gd name="connsiteY6" fmla="*/ 21075 h 354667"/>
              <a:gd name="connsiteX7" fmla="*/ 1307562 w 2996372"/>
              <a:gd name="connsiteY7" fmla="*/ 226 h 354667"/>
              <a:gd name="connsiteX8" fmla="*/ 1426702 w 2996372"/>
              <a:gd name="connsiteY8" fmla="*/ 32989 h 354667"/>
              <a:gd name="connsiteX9" fmla="*/ 1548820 w 2996372"/>
              <a:gd name="connsiteY9" fmla="*/ 80645 h 354667"/>
              <a:gd name="connsiteX10" fmla="*/ 1656046 w 2996372"/>
              <a:gd name="connsiteY10" fmla="*/ 125323 h 354667"/>
              <a:gd name="connsiteX11" fmla="*/ 1763272 w 2996372"/>
              <a:gd name="connsiteY11" fmla="*/ 164043 h 354667"/>
              <a:gd name="connsiteX12" fmla="*/ 1885391 w 2996372"/>
              <a:gd name="connsiteY12" fmla="*/ 161065 h 354667"/>
              <a:gd name="connsiteX13" fmla="*/ 2061123 w 2996372"/>
              <a:gd name="connsiteY13" fmla="*/ 146172 h 354667"/>
              <a:gd name="connsiteX14" fmla="*/ 2192177 w 2996372"/>
              <a:gd name="connsiteY14" fmla="*/ 158086 h 354667"/>
              <a:gd name="connsiteX15" fmla="*/ 2388758 w 2996372"/>
              <a:gd name="connsiteY15" fmla="*/ 217656 h 354667"/>
              <a:gd name="connsiteX16" fmla="*/ 2659801 w 2996372"/>
              <a:gd name="connsiteY16" fmla="*/ 274248 h 354667"/>
              <a:gd name="connsiteX17" fmla="*/ 2823619 w 2996372"/>
              <a:gd name="connsiteY17" fmla="*/ 318925 h 354667"/>
              <a:gd name="connsiteX18" fmla="*/ 2942759 w 2996372"/>
              <a:gd name="connsiteY18" fmla="*/ 348710 h 354667"/>
              <a:gd name="connsiteX19" fmla="*/ 2996372 w 2996372"/>
              <a:gd name="connsiteY19" fmla="*/ 354667 h 354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96372" h="354667">
                <a:moveTo>
                  <a:pt x="0" y="307011"/>
                </a:moveTo>
                <a:cubicBezTo>
                  <a:pt x="40458" y="298820"/>
                  <a:pt x="139989" y="277226"/>
                  <a:pt x="139989" y="277226"/>
                </a:cubicBezTo>
                <a:lnTo>
                  <a:pt x="354441" y="226592"/>
                </a:lnTo>
                <a:lnTo>
                  <a:pt x="556979" y="175957"/>
                </a:lnTo>
                <a:lnTo>
                  <a:pt x="789302" y="113409"/>
                </a:lnTo>
                <a:cubicBezTo>
                  <a:pt x="860290" y="95538"/>
                  <a:pt x="982905" y="68731"/>
                  <a:pt x="982905" y="68731"/>
                </a:cubicBezTo>
                <a:lnTo>
                  <a:pt x="1185443" y="21075"/>
                </a:lnTo>
                <a:cubicBezTo>
                  <a:pt x="1239552" y="9658"/>
                  <a:pt x="1267352" y="-1760"/>
                  <a:pt x="1307562" y="226"/>
                </a:cubicBezTo>
                <a:cubicBezTo>
                  <a:pt x="1347772" y="2212"/>
                  <a:pt x="1386492" y="19586"/>
                  <a:pt x="1426702" y="32989"/>
                </a:cubicBezTo>
                <a:cubicBezTo>
                  <a:pt x="1466912" y="46392"/>
                  <a:pt x="1510596" y="65256"/>
                  <a:pt x="1548820" y="80645"/>
                </a:cubicBezTo>
                <a:cubicBezTo>
                  <a:pt x="1587044" y="96034"/>
                  <a:pt x="1620304" y="111423"/>
                  <a:pt x="1656046" y="125323"/>
                </a:cubicBezTo>
                <a:cubicBezTo>
                  <a:pt x="1691788" y="139223"/>
                  <a:pt x="1725048" y="158086"/>
                  <a:pt x="1763272" y="164043"/>
                </a:cubicBezTo>
                <a:cubicBezTo>
                  <a:pt x="1801496" y="170000"/>
                  <a:pt x="1835749" y="164043"/>
                  <a:pt x="1885391" y="161065"/>
                </a:cubicBezTo>
                <a:cubicBezTo>
                  <a:pt x="1935033" y="158087"/>
                  <a:pt x="2009992" y="146668"/>
                  <a:pt x="2061123" y="146172"/>
                </a:cubicBezTo>
                <a:cubicBezTo>
                  <a:pt x="2112254" y="145675"/>
                  <a:pt x="2137571" y="146172"/>
                  <a:pt x="2192177" y="158086"/>
                </a:cubicBezTo>
                <a:cubicBezTo>
                  <a:pt x="2246783" y="170000"/>
                  <a:pt x="2310821" y="198296"/>
                  <a:pt x="2388758" y="217656"/>
                </a:cubicBezTo>
                <a:cubicBezTo>
                  <a:pt x="2466695" y="237016"/>
                  <a:pt x="2587324" y="257370"/>
                  <a:pt x="2659801" y="274248"/>
                </a:cubicBezTo>
                <a:cubicBezTo>
                  <a:pt x="2732278" y="291126"/>
                  <a:pt x="2823619" y="318925"/>
                  <a:pt x="2823619" y="318925"/>
                </a:cubicBezTo>
                <a:cubicBezTo>
                  <a:pt x="2870779" y="331335"/>
                  <a:pt x="2913967" y="342753"/>
                  <a:pt x="2942759" y="348710"/>
                </a:cubicBezTo>
                <a:cubicBezTo>
                  <a:pt x="2971551" y="354667"/>
                  <a:pt x="2983961" y="354667"/>
                  <a:pt x="2996372" y="354667"/>
                </a:cubicBezTo>
              </a:path>
            </a:pathLst>
          </a:custGeom>
          <a:noFill/>
          <a:ln w="539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087B6C4-D799-7792-41B6-C8614EBB8AC5}"/>
              </a:ext>
            </a:extLst>
          </p:cNvPr>
          <p:cNvSpPr/>
          <p:nvPr/>
        </p:nvSpPr>
        <p:spPr>
          <a:xfrm>
            <a:off x="5705438" y="3477324"/>
            <a:ext cx="1894061" cy="1609424"/>
          </a:xfrm>
          <a:custGeom>
            <a:avLst/>
            <a:gdLst>
              <a:gd name="connsiteX0" fmla="*/ 0 w 2245790"/>
              <a:gd name="connsiteY0" fmla="*/ 0 h 1703703"/>
              <a:gd name="connsiteX1" fmla="*/ 65527 w 2245790"/>
              <a:gd name="connsiteY1" fmla="*/ 95312 h 1703703"/>
              <a:gd name="connsiteX2" fmla="*/ 151903 w 2245790"/>
              <a:gd name="connsiteY2" fmla="*/ 211474 h 1703703"/>
              <a:gd name="connsiteX3" fmla="*/ 250194 w 2245790"/>
              <a:gd name="connsiteY3" fmla="*/ 348485 h 1703703"/>
              <a:gd name="connsiteX4" fmla="*/ 360398 w 2245790"/>
              <a:gd name="connsiteY4" fmla="*/ 461668 h 1703703"/>
              <a:gd name="connsiteX5" fmla="*/ 500388 w 2245790"/>
              <a:gd name="connsiteY5" fmla="*/ 551023 h 1703703"/>
              <a:gd name="connsiteX6" fmla="*/ 628463 w 2245790"/>
              <a:gd name="connsiteY6" fmla="*/ 583787 h 1703703"/>
              <a:gd name="connsiteX7" fmla="*/ 810152 w 2245790"/>
              <a:gd name="connsiteY7" fmla="*/ 556980 h 1703703"/>
              <a:gd name="connsiteX8" fmla="*/ 968013 w 2245790"/>
              <a:gd name="connsiteY8" fmla="*/ 521238 h 1703703"/>
              <a:gd name="connsiteX9" fmla="*/ 1125873 w 2245790"/>
              <a:gd name="connsiteY9" fmla="*/ 494432 h 1703703"/>
              <a:gd name="connsiteX10" fmla="*/ 1265863 w 2245790"/>
              <a:gd name="connsiteY10" fmla="*/ 533152 h 1703703"/>
              <a:gd name="connsiteX11" fmla="*/ 1480315 w 2245790"/>
              <a:gd name="connsiteY11" fmla="*/ 744626 h 1703703"/>
              <a:gd name="connsiteX12" fmla="*/ 1605412 w 2245790"/>
              <a:gd name="connsiteY12" fmla="*/ 893551 h 1703703"/>
              <a:gd name="connsiteX13" fmla="*/ 1733488 w 2245790"/>
              <a:gd name="connsiteY13" fmla="*/ 1075239 h 1703703"/>
              <a:gd name="connsiteX14" fmla="*/ 1909219 w 2245790"/>
              <a:gd name="connsiteY14" fmla="*/ 1301606 h 1703703"/>
              <a:gd name="connsiteX15" fmla="*/ 2135585 w 2245790"/>
              <a:gd name="connsiteY15" fmla="*/ 1554778 h 1703703"/>
              <a:gd name="connsiteX16" fmla="*/ 2192177 w 2245790"/>
              <a:gd name="connsiteY16" fmla="*/ 1653069 h 1703703"/>
              <a:gd name="connsiteX17" fmla="*/ 2245790 w 2245790"/>
              <a:gd name="connsiteY17" fmla="*/ 1703703 h 1703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45790" h="1703703">
                <a:moveTo>
                  <a:pt x="0" y="0"/>
                </a:moveTo>
                <a:cubicBezTo>
                  <a:pt x="20601" y="30033"/>
                  <a:pt x="40210" y="60066"/>
                  <a:pt x="65527" y="95312"/>
                </a:cubicBezTo>
                <a:cubicBezTo>
                  <a:pt x="90844" y="130558"/>
                  <a:pt x="121125" y="169279"/>
                  <a:pt x="151903" y="211474"/>
                </a:cubicBezTo>
                <a:cubicBezTo>
                  <a:pt x="182681" y="253669"/>
                  <a:pt x="215445" y="306786"/>
                  <a:pt x="250194" y="348485"/>
                </a:cubicBezTo>
                <a:cubicBezTo>
                  <a:pt x="284943" y="390184"/>
                  <a:pt x="318699" y="427912"/>
                  <a:pt x="360398" y="461668"/>
                </a:cubicBezTo>
                <a:cubicBezTo>
                  <a:pt x="402097" y="495424"/>
                  <a:pt x="455711" y="530670"/>
                  <a:pt x="500388" y="551023"/>
                </a:cubicBezTo>
                <a:cubicBezTo>
                  <a:pt x="545065" y="571376"/>
                  <a:pt x="576836" y="582794"/>
                  <a:pt x="628463" y="583787"/>
                </a:cubicBezTo>
                <a:cubicBezTo>
                  <a:pt x="680090" y="584780"/>
                  <a:pt x="753560" y="567405"/>
                  <a:pt x="810152" y="556980"/>
                </a:cubicBezTo>
                <a:cubicBezTo>
                  <a:pt x="866744" y="546555"/>
                  <a:pt x="915393" y="531663"/>
                  <a:pt x="968013" y="521238"/>
                </a:cubicBezTo>
                <a:cubicBezTo>
                  <a:pt x="1020633" y="510813"/>
                  <a:pt x="1076231" y="492446"/>
                  <a:pt x="1125873" y="494432"/>
                </a:cubicBezTo>
                <a:cubicBezTo>
                  <a:pt x="1175515" y="496418"/>
                  <a:pt x="1206789" y="491453"/>
                  <a:pt x="1265863" y="533152"/>
                </a:cubicBezTo>
                <a:cubicBezTo>
                  <a:pt x="1324937" y="574851"/>
                  <a:pt x="1423724" y="684560"/>
                  <a:pt x="1480315" y="744626"/>
                </a:cubicBezTo>
                <a:cubicBezTo>
                  <a:pt x="1536907" y="804693"/>
                  <a:pt x="1563217" y="838449"/>
                  <a:pt x="1605412" y="893551"/>
                </a:cubicBezTo>
                <a:cubicBezTo>
                  <a:pt x="1647607" y="948653"/>
                  <a:pt x="1682854" y="1007230"/>
                  <a:pt x="1733488" y="1075239"/>
                </a:cubicBezTo>
                <a:cubicBezTo>
                  <a:pt x="1784123" y="1143248"/>
                  <a:pt x="1842203" y="1221683"/>
                  <a:pt x="1909219" y="1301606"/>
                </a:cubicBezTo>
                <a:cubicBezTo>
                  <a:pt x="1976235" y="1381529"/>
                  <a:pt x="2088425" y="1496201"/>
                  <a:pt x="2135585" y="1554778"/>
                </a:cubicBezTo>
                <a:cubicBezTo>
                  <a:pt x="2182745" y="1613355"/>
                  <a:pt x="2173810" y="1628248"/>
                  <a:pt x="2192177" y="1653069"/>
                </a:cubicBezTo>
                <a:cubicBezTo>
                  <a:pt x="2210544" y="1677890"/>
                  <a:pt x="2228167" y="1690796"/>
                  <a:pt x="2245790" y="1703703"/>
                </a:cubicBezTo>
              </a:path>
            </a:pathLst>
          </a:custGeom>
          <a:noFill/>
          <a:ln w="539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B23AAA5-0119-5506-2A1E-41F7AFD03638}"/>
              </a:ext>
            </a:extLst>
          </p:cNvPr>
          <p:cNvSpPr/>
          <p:nvPr/>
        </p:nvSpPr>
        <p:spPr>
          <a:xfrm>
            <a:off x="6638689" y="5113743"/>
            <a:ext cx="961753" cy="1327383"/>
          </a:xfrm>
          <a:custGeom>
            <a:avLst/>
            <a:gdLst>
              <a:gd name="connsiteX0" fmla="*/ 1140352 w 1140352"/>
              <a:gd name="connsiteY0" fmla="*/ 0 h 1405140"/>
              <a:gd name="connsiteX1" fmla="*/ 1097986 w 1140352"/>
              <a:gd name="connsiteY1" fmla="*/ 95324 h 1405140"/>
              <a:gd name="connsiteX2" fmla="*/ 1041498 w 1140352"/>
              <a:gd name="connsiteY2" fmla="*/ 155342 h 1405140"/>
              <a:gd name="connsiteX3" fmla="*/ 953235 w 1140352"/>
              <a:gd name="connsiteY3" fmla="*/ 236544 h 1405140"/>
              <a:gd name="connsiteX4" fmla="*/ 857912 w 1140352"/>
              <a:gd name="connsiteY4" fmla="*/ 307154 h 1405140"/>
              <a:gd name="connsiteX5" fmla="*/ 783771 w 1140352"/>
              <a:gd name="connsiteY5" fmla="*/ 367172 h 1405140"/>
              <a:gd name="connsiteX6" fmla="*/ 723753 w 1140352"/>
              <a:gd name="connsiteY6" fmla="*/ 455435 h 1405140"/>
              <a:gd name="connsiteX7" fmla="*/ 688448 w 1140352"/>
              <a:gd name="connsiteY7" fmla="*/ 490740 h 1405140"/>
              <a:gd name="connsiteX8" fmla="*/ 653143 w 1140352"/>
              <a:gd name="connsiteY8" fmla="*/ 603716 h 1405140"/>
              <a:gd name="connsiteX9" fmla="*/ 624899 w 1140352"/>
              <a:gd name="connsiteY9" fmla="*/ 656674 h 1405140"/>
              <a:gd name="connsiteX10" fmla="*/ 586063 w 1140352"/>
              <a:gd name="connsiteY10" fmla="*/ 748467 h 1405140"/>
              <a:gd name="connsiteX11" fmla="*/ 515453 w 1140352"/>
              <a:gd name="connsiteY11" fmla="*/ 850851 h 1405140"/>
              <a:gd name="connsiteX12" fmla="*/ 437782 w 1140352"/>
              <a:gd name="connsiteY12" fmla="*/ 914400 h 1405140"/>
              <a:gd name="connsiteX13" fmla="*/ 363641 w 1140352"/>
              <a:gd name="connsiteY13" fmla="*/ 985010 h 1405140"/>
              <a:gd name="connsiteX14" fmla="*/ 307153 w 1140352"/>
              <a:gd name="connsiteY14" fmla="*/ 1052090 h 1405140"/>
              <a:gd name="connsiteX15" fmla="*/ 278909 w 1140352"/>
              <a:gd name="connsiteY15" fmla="*/ 1119169 h 1405140"/>
              <a:gd name="connsiteX16" fmla="*/ 247135 w 1140352"/>
              <a:gd name="connsiteY16" fmla="*/ 1203901 h 1405140"/>
              <a:gd name="connsiteX17" fmla="*/ 162403 w 1140352"/>
              <a:gd name="connsiteY17" fmla="*/ 1288633 h 1405140"/>
              <a:gd name="connsiteX18" fmla="*/ 84732 w 1140352"/>
              <a:gd name="connsiteY18" fmla="*/ 1345121 h 1405140"/>
              <a:gd name="connsiteX19" fmla="*/ 28244 w 1140352"/>
              <a:gd name="connsiteY19" fmla="*/ 1387487 h 1405140"/>
              <a:gd name="connsiteX20" fmla="*/ 0 w 1140352"/>
              <a:gd name="connsiteY20" fmla="*/ 1405140 h 1405140"/>
              <a:gd name="connsiteX21" fmla="*/ 0 w 1140352"/>
              <a:gd name="connsiteY21" fmla="*/ 1405140 h 140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140352" h="1405140">
                <a:moveTo>
                  <a:pt x="1140352" y="0"/>
                </a:moveTo>
                <a:cubicBezTo>
                  <a:pt x="1127407" y="34717"/>
                  <a:pt x="1114462" y="69434"/>
                  <a:pt x="1097986" y="95324"/>
                </a:cubicBezTo>
                <a:cubicBezTo>
                  <a:pt x="1081510" y="121214"/>
                  <a:pt x="1065623" y="131805"/>
                  <a:pt x="1041498" y="155342"/>
                </a:cubicBezTo>
                <a:cubicBezTo>
                  <a:pt x="1017373" y="178879"/>
                  <a:pt x="983833" y="211242"/>
                  <a:pt x="953235" y="236544"/>
                </a:cubicBezTo>
                <a:cubicBezTo>
                  <a:pt x="922637" y="261846"/>
                  <a:pt x="886156" y="285383"/>
                  <a:pt x="857912" y="307154"/>
                </a:cubicBezTo>
                <a:cubicBezTo>
                  <a:pt x="829668" y="328925"/>
                  <a:pt x="806131" y="342459"/>
                  <a:pt x="783771" y="367172"/>
                </a:cubicBezTo>
                <a:cubicBezTo>
                  <a:pt x="761411" y="391885"/>
                  <a:pt x="739640" y="434840"/>
                  <a:pt x="723753" y="455435"/>
                </a:cubicBezTo>
                <a:cubicBezTo>
                  <a:pt x="707866" y="476030"/>
                  <a:pt x="700216" y="466027"/>
                  <a:pt x="688448" y="490740"/>
                </a:cubicBezTo>
                <a:cubicBezTo>
                  <a:pt x="676680" y="515454"/>
                  <a:pt x="663734" y="576060"/>
                  <a:pt x="653143" y="603716"/>
                </a:cubicBezTo>
                <a:cubicBezTo>
                  <a:pt x="642552" y="631372"/>
                  <a:pt x="636079" y="632549"/>
                  <a:pt x="624899" y="656674"/>
                </a:cubicBezTo>
                <a:cubicBezTo>
                  <a:pt x="613719" y="680799"/>
                  <a:pt x="604304" y="716104"/>
                  <a:pt x="586063" y="748467"/>
                </a:cubicBezTo>
                <a:cubicBezTo>
                  <a:pt x="567822" y="780830"/>
                  <a:pt x="540166" y="823196"/>
                  <a:pt x="515453" y="850851"/>
                </a:cubicBezTo>
                <a:cubicBezTo>
                  <a:pt x="490740" y="878506"/>
                  <a:pt x="463084" y="892040"/>
                  <a:pt x="437782" y="914400"/>
                </a:cubicBezTo>
                <a:cubicBezTo>
                  <a:pt x="412480" y="936760"/>
                  <a:pt x="385412" y="962062"/>
                  <a:pt x="363641" y="985010"/>
                </a:cubicBezTo>
                <a:cubicBezTo>
                  <a:pt x="341870" y="1007958"/>
                  <a:pt x="321275" y="1029730"/>
                  <a:pt x="307153" y="1052090"/>
                </a:cubicBezTo>
                <a:cubicBezTo>
                  <a:pt x="293031" y="1074450"/>
                  <a:pt x="288912" y="1093867"/>
                  <a:pt x="278909" y="1119169"/>
                </a:cubicBezTo>
                <a:cubicBezTo>
                  <a:pt x="268906" y="1144471"/>
                  <a:pt x="266553" y="1175657"/>
                  <a:pt x="247135" y="1203901"/>
                </a:cubicBezTo>
                <a:cubicBezTo>
                  <a:pt x="227717" y="1232145"/>
                  <a:pt x="189470" y="1265096"/>
                  <a:pt x="162403" y="1288633"/>
                </a:cubicBezTo>
                <a:cubicBezTo>
                  <a:pt x="135336" y="1312170"/>
                  <a:pt x="107092" y="1328645"/>
                  <a:pt x="84732" y="1345121"/>
                </a:cubicBezTo>
                <a:cubicBezTo>
                  <a:pt x="62372" y="1361597"/>
                  <a:pt x="42366" y="1377484"/>
                  <a:pt x="28244" y="1387487"/>
                </a:cubicBezTo>
                <a:cubicBezTo>
                  <a:pt x="14122" y="1397490"/>
                  <a:pt x="0" y="1405140"/>
                  <a:pt x="0" y="1405140"/>
                </a:cubicBezTo>
                <a:lnTo>
                  <a:pt x="0" y="1405140"/>
                </a:lnTo>
              </a:path>
            </a:pathLst>
          </a:custGeom>
          <a:noFill/>
          <a:ln w="1143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64D09C4-5912-14E3-8E03-040CF6FA2F07}"/>
              </a:ext>
            </a:extLst>
          </p:cNvPr>
          <p:cNvSpPr/>
          <p:nvPr/>
        </p:nvSpPr>
        <p:spPr>
          <a:xfrm>
            <a:off x="6516933" y="6256569"/>
            <a:ext cx="292608" cy="28893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F32E03B-F039-ABB8-EEF7-E459B3B231B4}"/>
              </a:ext>
            </a:extLst>
          </p:cNvPr>
          <p:cNvSpPr/>
          <p:nvPr/>
        </p:nvSpPr>
        <p:spPr>
          <a:xfrm>
            <a:off x="7594854" y="3904724"/>
            <a:ext cx="851137" cy="1230664"/>
          </a:xfrm>
          <a:custGeom>
            <a:avLst/>
            <a:gdLst>
              <a:gd name="connsiteX0" fmla="*/ 886940 w 1009195"/>
              <a:gd name="connsiteY0" fmla="*/ 0 h 1302755"/>
              <a:gd name="connsiteX1" fmla="*/ 886940 w 1009195"/>
              <a:gd name="connsiteY1" fmla="*/ 102384 h 1302755"/>
              <a:gd name="connsiteX2" fmla="*/ 897532 w 1009195"/>
              <a:gd name="connsiteY2" fmla="*/ 165933 h 1302755"/>
              <a:gd name="connsiteX3" fmla="*/ 904593 w 1009195"/>
              <a:gd name="connsiteY3" fmla="*/ 264787 h 1302755"/>
              <a:gd name="connsiteX4" fmla="*/ 904593 w 1009195"/>
              <a:gd name="connsiteY4" fmla="*/ 321275 h 1302755"/>
              <a:gd name="connsiteX5" fmla="*/ 918715 w 1009195"/>
              <a:gd name="connsiteY5" fmla="*/ 391885 h 1302755"/>
              <a:gd name="connsiteX6" fmla="*/ 936367 w 1009195"/>
              <a:gd name="connsiteY6" fmla="*/ 473087 h 1302755"/>
              <a:gd name="connsiteX7" fmla="*/ 982264 w 1009195"/>
              <a:gd name="connsiteY7" fmla="*/ 561349 h 1302755"/>
              <a:gd name="connsiteX8" fmla="*/ 996386 w 1009195"/>
              <a:gd name="connsiteY8" fmla="*/ 642551 h 1302755"/>
              <a:gd name="connsiteX9" fmla="*/ 1006977 w 1009195"/>
              <a:gd name="connsiteY9" fmla="*/ 727283 h 1302755"/>
              <a:gd name="connsiteX10" fmla="*/ 1003447 w 1009195"/>
              <a:gd name="connsiteY10" fmla="*/ 808484 h 1302755"/>
              <a:gd name="connsiteX11" fmla="*/ 950489 w 1009195"/>
              <a:gd name="connsiteY11" fmla="*/ 882625 h 1302755"/>
              <a:gd name="connsiteX12" fmla="*/ 848105 w 1009195"/>
              <a:gd name="connsiteY12" fmla="*/ 963827 h 1302755"/>
              <a:gd name="connsiteX13" fmla="*/ 756312 w 1009195"/>
              <a:gd name="connsiteY13" fmla="*/ 1027376 h 1302755"/>
              <a:gd name="connsiteX14" fmla="*/ 675110 w 1009195"/>
              <a:gd name="connsiteY14" fmla="*/ 1087394 h 1302755"/>
              <a:gd name="connsiteX15" fmla="*/ 558604 w 1009195"/>
              <a:gd name="connsiteY15" fmla="*/ 1136821 h 1302755"/>
              <a:gd name="connsiteX16" fmla="*/ 406792 w 1009195"/>
              <a:gd name="connsiteY16" fmla="*/ 1172126 h 1302755"/>
              <a:gd name="connsiteX17" fmla="*/ 286755 w 1009195"/>
              <a:gd name="connsiteY17" fmla="*/ 1189779 h 1302755"/>
              <a:gd name="connsiteX18" fmla="*/ 184370 w 1009195"/>
              <a:gd name="connsiteY18" fmla="*/ 1221553 h 1302755"/>
              <a:gd name="connsiteX19" fmla="*/ 89047 w 1009195"/>
              <a:gd name="connsiteY19" fmla="*/ 1253328 h 1302755"/>
              <a:gd name="connsiteX20" fmla="*/ 57272 w 1009195"/>
              <a:gd name="connsiteY20" fmla="*/ 1256858 h 1302755"/>
              <a:gd name="connsiteX21" fmla="*/ 7845 w 1009195"/>
              <a:gd name="connsiteY21" fmla="*/ 1285102 h 1302755"/>
              <a:gd name="connsiteX22" fmla="*/ 784 w 1009195"/>
              <a:gd name="connsiteY22" fmla="*/ 1302755 h 1302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09195" h="1302755">
                <a:moveTo>
                  <a:pt x="886940" y="0"/>
                </a:moveTo>
                <a:cubicBezTo>
                  <a:pt x="886057" y="37364"/>
                  <a:pt x="885175" y="74729"/>
                  <a:pt x="886940" y="102384"/>
                </a:cubicBezTo>
                <a:cubicBezTo>
                  <a:pt x="888705" y="130040"/>
                  <a:pt x="894590" y="138866"/>
                  <a:pt x="897532" y="165933"/>
                </a:cubicBezTo>
                <a:cubicBezTo>
                  <a:pt x="900474" y="193000"/>
                  <a:pt x="903416" y="238897"/>
                  <a:pt x="904593" y="264787"/>
                </a:cubicBezTo>
                <a:cubicBezTo>
                  <a:pt x="905770" y="290677"/>
                  <a:pt x="902239" y="300092"/>
                  <a:pt x="904593" y="321275"/>
                </a:cubicBezTo>
                <a:cubicBezTo>
                  <a:pt x="906947" y="342458"/>
                  <a:pt x="913419" y="366583"/>
                  <a:pt x="918715" y="391885"/>
                </a:cubicBezTo>
                <a:cubicBezTo>
                  <a:pt x="924011" y="417187"/>
                  <a:pt x="925776" y="444843"/>
                  <a:pt x="936367" y="473087"/>
                </a:cubicBezTo>
                <a:cubicBezTo>
                  <a:pt x="946958" y="501331"/>
                  <a:pt x="972261" y="533105"/>
                  <a:pt x="982264" y="561349"/>
                </a:cubicBezTo>
                <a:cubicBezTo>
                  <a:pt x="992267" y="589593"/>
                  <a:pt x="992267" y="614895"/>
                  <a:pt x="996386" y="642551"/>
                </a:cubicBezTo>
                <a:cubicBezTo>
                  <a:pt x="1000505" y="670207"/>
                  <a:pt x="1005800" y="699628"/>
                  <a:pt x="1006977" y="727283"/>
                </a:cubicBezTo>
                <a:cubicBezTo>
                  <a:pt x="1008154" y="754938"/>
                  <a:pt x="1012862" y="782594"/>
                  <a:pt x="1003447" y="808484"/>
                </a:cubicBezTo>
                <a:cubicBezTo>
                  <a:pt x="994032" y="834374"/>
                  <a:pt x="976379" y="856735"/>
                  <a:pt x="950489" y="882625"/>
                </a:cubicBezTo>
                <a:cubicBezTo>
                  <a:pt x="924599" y="908516"/>
                  <a:pt x="880468" y="939702"/>
                  <a:pt x="848105" y="963827"/>
                </a:cubicBezTo>
                <a:cubicBezTo>
                  <a:pt x="815742" y="987952"/>
                  <a:pt x="785144" y="1006782"/>
                  <a:pt x="756312" y="1027376"/>
                </a:cubicBezTo>
                <a:cubicBezTo>
                  <a:pt x="727480" y="1047970"/>
                  <a:pt x="708061" y="1069153"/>
                  <a:pt x="675110" y="1087394"/>
                </a:cubicBezTo>
                <a:cubicBezTo>
                  <a:pt x="642159" y="1105635"/>
                  <a:pt x="603324" y="1122699"/>
                  <a:pt x="558604" y="1136821"/>
                </a:cubicBezTo>
                <a:cubicBezTo>
                  <a:pt x="513884" y="1150943"/>
                  <a:pt x="452100" y="1163300"/>
                  <a:pt x="406792" y="1172126"/>
                </a:cubicBezTo>
                <a:cubicBezTo>
                  <a:pt x="361484" y="1180952"/>
                  <a:pt x="323825" y="1181541"/>
                  <a:pt x="286755" y="1189779"/>
                </a:cubicBezTo>
                <a:cubicBezTo>
                  <a:pt x="249685" y="1198017"/>
                  <a:pt x="217321" y="1210962"/>
                  <a:pt x="184370" y="1221553"/>
                </a:cubicBezTo>
                <a:cubicBezTo>
                  <a:pt x="151419" y="1232144"/>
                  <a:pt x="110230" y="1247444"/>
                  <a:pt x="89047" y="1253328"/>
                </a:cubicBezTo>
                <a:cubicBezTo>
                  <a:pt x="67864" y="1259212"/>
                  <a:pt x="70806" y="1251562"/>
                  <a:pt x="57272" y="1256858"/>
                </a:cubicBezTo>
                <a:cubicBezTo>
                  <a:pt x="43738" y="1262154"/>
                  <a:pt x="17260" y="1277453"/>
                  <a:pt x="7845" y="1285102"/>
                </a:cubicBezTo>
                <a:cubicBezTo>
                  <a:pt x="-1570" y="1292751"/>
                  <a:pt x="-393" y="1297753"/>
                  <a:pt x="784" y="1302755"/>
                </a:cubicBezTo>
              </a:path>
            </a:pathLst>
          </a:custGeom>
          <a:noFill/>
          <a:ln w="114300" cap="flat" cmpd="sng" algn="ctr">
            <a:solidFill>
              <a:srgbClr val="FFC0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68528737-7446-5ADA-AC27-3FE54494CEEA}"/>
              </a:ext>
            </a:extLst>
          </p:cNvPr>
          <p:cNvSpPr/>
          <p:nvPr/>
        </p:nvSpPr>
        <p:spPr>
          <a:xfrm>
            <a:off x="5708175" y="3486519"/>
            <a:ext cx="1894061" cy="1609424"/>
          </a:xfrm>
          <a:custGeom>
            <a:avLst/>
            <a:gdLst>
              <a:gd name="connsiteX0" fmla="*/ 0 w 2245790"/>
              <a:gd name="connsiteY0" fmla="*/ 0 h 1703703"/>
              <a:gd name="connsiteX1" fmla="*/ 65527 w 2245790"/>
              <a:gd name="connsiteY1" fmla="*/ 95312 h 1703703"/>
              <a:gd name="connsiteX2" fmla="*/ 151903 w 2245790"/>
              <a:gd name="connsiteY2" fmla="*/ 211474 h 1703703"/>
              <a:gd name="connsiteX3" fmla="*/ 250194 w 2245790"/>
              <a:gd name="connsiteY3" fmla="*/ 348485 h 1703703"/>
              <a:gd name="connsiteX4" fmla="*/ 360398 w 2245790"/>
              <a:gd name="connsiteY4" fmla="*/ 461668 h 1703703"/>
              <a:gd name="connsiteX5" fmla="*/ 500388 w 2245790"/>
              <a:gd name="connsiteY5" fmla="*/ 551023 h 1703703"/>
              <a:gd name="connsiteX6" fmla="*/ 628463 w 2245790"/>
              <a:gd name="connsiteY6" fmla="*/ 583787 h 1703703"/>
              <a:gd name="connsiteX7" fmla="*/ 810152 w 2245790"/>
              <a:gd name="connsiteY7" fmla="*/ 556980 h 1703703"/>
              <a:gd name="connsiteX8" fmla="*/ 968013 w 2245790"/>
              <a:gd name="connsiteY8" fmla="*/ 521238 h 1703703"/>
              <a:gd name="connsiteX9" fmla="*/ 1125873 w 2245790"/>
              <a:gd name="connsiteY9" fmla="*/ 494432 h 1703703"/>
              <a:gd name="connsiteX10" fmla="*/ 1265863 w 2245790"/>
              <a:gd name="connsiteY10" fmla="*/ 533152 h 1703703"/>
              <a:gd name="connsiteX11" fmla="*/ 1480315 w 2245790"/>
              <a:gd name="connsiteY11" fmla="*/ 744626 h 1703703"/>
              <a:gd name="connsiteX12" fmla="*/ 1605412 w 2245790"/>
              <a:gd name="connsiteY12" fmla="*/ 893551 h 1703703"/>
              <a:gd name="connsiteX13" fmla="*/ 1733488 w 2245790"/>
              <a:gd name="connsiteY13" fmla="*/ 1075239 h 1703703"/>
              <a:gd name="connsiteX14" fmla="*/ 1909219 w 2245790"/>
              <a:gd name="connsiteY14" fmla="*/ 1301606 h 1703703"/>
              <a:gd name="connsiteX15" fmla="*/ 2135585 w 2245790"/>
              <a:gd name="connsiteY15" fmla="*/ 1554778 h 1703703"/>
              <a:gd name="connsiteX16" fmla="*/ 2192177 w 2245790"/>
              <a:gd name="connsiteY16" fmla="*/ 1653069 h 1703703"/>
              <a:gd name="connsiteX17" fmla="*/ 2245790 w 2245790"/>
              <a:gd name="connsiteY17" fmla="*/ 1703703 h 1703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45790" h="1703703">
                <a:moveTo>
                  <a:pt x="0" y="0"/>
                </a:moveTo>
                <a:cubicBezTo>
                  <a:pt x="20601" y="30033"/>
                  <a:pt x="40210" y="60066"/>
                  <a:pt x="65527" y="95312"/>
                </a:cubicBezTo>
                <a:cubicBezTo>
                  <a:pt x="90844" y="130558"/>
                  <a:pt x="121125" y="169279"/>
                  <a:pt x="151903" y="211474"/>
                </a:cubicBezTo>
                <a:cubicBezTo>
                  <a:pt x="182681" y="253669"/>
                  <a:pt x="215445" y="306786"/>
                  <a:pt x="250194" y="348485"/>
                </a:cubicBezTo>
                <a:cubicBezTo>
                  <a:pt x="284943" y="390184"/>
                  <a:pt x="318699" y="427912"/>
                  <a:pt x="360398" y="461668"/>
                </a:cubicBezTo>
                <a:cubicBezTo>
                  <a:pt x="402097" y="495424"/>
                  <a:pt x="455711" y="530670"/>
                  <a:pt x="500388" y="551023"/>
                </a:cubicBezTo>
                <a:cubicBezTo>
                  <a:pt x="545065" y="571376"/>
                  <a:pt x="576836" y="582794"/>
                  <a:pt x="628463" y="583787"/>
                </a:cubicBezTo>
                <a:cubicBezTo>
                  <a:pt x="680090" y="584780"/>
                  <a:pt x="753560" y="567405"/>
                  <a:pt x="810152" y="556980"/>
                </a:cubicBezTo>
                <a:cubicBezTo>
                  <a:pt x="866744" y="546555"/>
                  <a:pt x="915393" y="531663"/>
                  <a:pt x="968013" y="521238"/>
                </a:cubicBezTo>
                <a:cubicBezTo>
                  <a:pt x="1020633" y="510813"/>
                  <a:pt x="1076231" y="492446"/>
                  <a:pt x="1125873" y="494432"/>
                </a:cubicBezTo>
                <a:cubicBezTo>
                  <a:pt x="1175515" y="496418"/>
                  <a:pt x="1206789" y="491453"/>
                  <a:pt x="1265863" y="533152"/>
                </a:cubicBezTo>
                <a:cubicBezTo>
                  <a:pt x="1324937" y="574851"/>
                  <a:pt x="1423724" y="684560"/>
                  <a:pt x="1480315" y="744626"/>
                </a:cubicBezTo>
                <a:cubicBezTo>
                  <a:pt x="1536907" y="804693"/>
                  <a:pt x="1563217" y="838449"/>
                  <a:pt x="1605412" y="893551"/>
                </a:cubicBezTo>
                <a:cubicBezTo>
                  <a:pt x="1647607" y="948653"/>
                  <a:pt x="1682854" y="1007230"/>
                  <a:pt x="1733488" y="1075239"/>
                </a:cubicBezTo>
                <a:cubicBezTo>
                  <a:pt x="1784123" y="1143248"/>
                  <a:pt x="1842203" y="1221683"/>
                  <a:pt x="1909219" y="1301606"/>
                </a:cubicBezTo>
                <a:cubicBezTo>
                  <a:pt x="1976235" y="1381529"/>
                  <a:pt x="2088425" y="1496201"/>
                  <a:pt x="2135585" y="1554778"/>
                </a:cubicBezTo>
                <a:cubicBezTo>
                  <a:pt x="2182745" y="1613355"/>
                  <a:pt x="2173810" y="1628248"/>
                  <a:pt x="2192177" y="1653069"/>
                </a:cubicBezTo>
                <a:cubicBezTo>
                  <a:pt x="2210544" y="1677890"/>
                  <a:pt x="2228167" y="1690796"/>
                  <a:pt x="2245790" y="1703703"/>
                </a:cubicBezTo>
              </a:path>
            </a:pathLst>
          </a:custGeom>
          <a:noFill/>
          <a:ln w="114300" cap="flat" cmpd="sng" algn="ctr">
            <a:solidFill>
              <a:srgbClr val="FFC000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C056B38-2D3C-11F9-12C1-5F0ECE589658}"/>
              </a:ext>
            </a:extLst>
          </p:cNvPr>
          <p:cNvSpPr/>
          <p:nvPr/>
        </p:nvSpPr>
        <p:spPr>
          <a:xfrm>
            <a:off x="7457037" y="4949314"/>
            <a:ext cx="292608" cy="288932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483279-786C-0D69-337C-C9F526982B6A}"/>
              </a:ext>
            </a:extLst>
          </p:cNvPr>
          <p:cNvSpPr txBox="1"/>
          <p:nvPr/>
        </p:nvSpPr>
        <p:spPr>
          <a:xfrm>
            <a:off x="5673305" y="5412501"/>
            <a:ext cx="1494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MC &amp; DW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F63821-A5D2-4AA8-5494-B6DE40B67751}"/>
              </a:ext>
            </a:extLst>
          </p:cNvPr>
          <p:cNvSpPr txBox="1"/>
          <p:nvPr/>
        </p:nvSpPr>
        <p:spPr>
          <a:xfrm>
            <a:off x="7103533" y="4151618"/>
            <a:ext cx="1350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DW only</a:t>
            </a:r>
          </a:p>
        </p:txBody>
      </p:sp>
    </p:spTree>
    <p:extLst>
      <p:ext uri="{BB962C8B-B14F-4D97-AF65-F5344CB8AC3E}">
        <p14:creationId xmlns:p14="http://schemas.microsoft.com/office/powerpoint/2010/main" val="19019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3" grpId="0" animBg="1"/>
      <p:bldP spid="64" grpId="0" animBg="1"/>
      <p:bldP spid="69" grpId="0"/>
      <p:bldP spid="7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1534</TotalTime>
  <Words>101</Words>
  <Application>Microsoft Office PowerPoint</Application>
  <PresentationFormat>Widescreen</PresentationFormat>
  <Paragraphs>22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Saiduzzaman, Md (S&amp;T-Student)</dc:creator>
  <cp:lastModifiedBy>Saiduzzaman, Md (S&amp;T-Student)</cp:lastModifiedBy>
  <cp:revision>16</cp:revision>
  <dcterms:created xsi:type="dcterms:W3CDTF">2026-07-08T15:21:36Z</dcterms:created>
  <dcterms:modified xsi:type="dcterms:W3CDTF">2026-07-15T03:09:27Z</dcterms:modified>
</cp:coreProperties>
</file>